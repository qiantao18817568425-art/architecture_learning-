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Override1.xml" ContentType="application/vnd.openxmlformats-officedocument.themeOverride+xml"/>
  <Override PartName="/ppt/theme/themeOverride2.xml" ContentType="application/vnd.openxmlformats-officedocument.themeOverride+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805" r:id="rId4"/>
  </p:sldMasterIdLst>
  <p:notesMasterIdLst>
    <p:notesMasterId r:id="rId18"/>
  </p:notesMasterIdLst>
  <p:handoutMasterIdLst>
    <p:handoutMasterId r:id="rId19"/>
  </p:handoutMasterIdLst>
  <p:sldIdLst>
    <p:sldId id="256" r:id="rId5"/>
    <p:sldId id="262" r:id="rId6"/>
    <p:sldId id="294" r:id="rId7"/>
    <p:sldId id="281" r:id="rId8"/>
    <p:sldId id="292" r:id="rId9"/>
    <p:sldId id="289" r:id="rId10"/>
    <p:sldId id="293" r:id="rId11"/>
    <p:sldId id="290" r:id="rId12"/>
    <p:sldId id="270" r:id="rId13"/>
    <p:sldId id="271" r:id="rId14"/>
    <p:sldId id="291" r:id="rId15"/>
    <p:sldId id="288" r:id="rId16"/>
    <p:sldId id="287" r:id="rId17"/>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24960468-F64D-42BF-9CA8-27A3CFFF9B2E}">
          <p14:sldIdLst>
            <p14:sldId id="256"/>
            <p14:sldId id="262"/>
            <p14:sldId id="294"/>
            <p14:sldId id="281"/>
            <p14:sldId id="292"/>
            <p14:sldId id="289"/>
            <p14:sldId id="293"/>
            <p14:sldId id="290"/>
            <p14:sldId id="270"/>
            <p14:sldId id="271"/>
            <p14:sldId id="291"/>
            <p14:sldId id="288"/>
            <p14:sldId id="287"/>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tella Yao (姚冠伃)" initials="SY(" lastIdx="0" clrIdx="0">
    <p:extLst>
      <p:ext uri="{19B8F6BF-5375-455C-9EA6-DF929625EA0E}">
        <p15:presenceInfo xmlns:p15="http://schemas.microsoft.com/office/powerpoint/2012/main" userId="S-1-5-21-1711831044-1024940897-1435325219-175197"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E11E3C"/>
    <a:srgbClr val="F39A1E"/>
    <a:srgbClr val="69BE28"/>
    <a:srgbClr val="D71F85"/>
    <a:srgbClr val="FFCA05"/>
    <a:srgbClr val="1717A3"/>
    <a:srgbClr val="036639"/>
    <a:srgbClr val="00A1DE"/>
    <a:srgbClr val="FFFFFF"/>
    <a:srgbClr val="002C6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F2DE63D5-997A-4646-A377-4702673A728D}" styleName="淺色樣式 2 - 輔色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F5AB1C69-6EDB-4FF4-983F-18BD219EF322}" styleName="中等深淺樣式 2 - 輔色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FABFCF23-3B69-468F-B69F-88F6DE6A72F2}" styleName="中等深淺樣式 1 - 輔色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7DF18680-E054-41AD-8BC1-D1AEF772440D}" styleName="中等深淺樣式 2 - 輔色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7E9639D4-E3E2-4D34-9284-5A2195B3D0D7}" styleName="淺色樣式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2D5ABB26-0587-4C30-8999-92F81FD0307C}" styleName="無樣式、無格線">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020" autoAdjust="0"/>
    <p:restoredTop sz="89390" autoAdjust="0"/>
  </p:normalViewPr>
  <p:slideViewPr>
    <p:cSldViewPr snapToGrid="0" snapToObjects="1" showGuides="1">
      <p:cViewPr varScale="1">
        <p:scale>
          <a:sx n="129" d="100"/>
          <a:sy n="129" d="100"/>
        </p:scale>
        <p:origin x="966" y="126"/>
      </p:cViewPr>
      <p:guideLst/>
    </p:cSldViewPr>
  </p:slideViewPr>
  <p:outlineViewPr>
    <p:cViewPr>
      <p:scale>
        <a:sx n="33" d="100"/>
        <a:sy n="33" d="100"/>
      </p:scale>
      <p:origin x="0" y="0"/>
    </p:cViewPr>
  </p:outlineViewPr>
  <p:notesTextViewPr>
    <p:cViewPr>
      <p:scale>
        <a:sx n="1" d="1"/>
        <a:sy n="1" d="1"/>
      </p:scale>
      <p:origin x="0" y="0"/>
    </p:cViewPr>
  </p:notesTextViewPr>
  <p:sorterViewPr>
    <p:cViewPr varScale="1">
      <p:scale>
        <a:sx n="1" d="1"/>
        <a:sy n="1" d="1"/>
      </p:scale>
      <p:origin x="0" y="0"/>
    </p:cViewPr>
  </p:sorterViewPr>
  <p:notesViewPr>
    <p:cSldViewPr snapToGrid="0" snapToObjects="1" showGuides="1">
      <p:cViewPr varScale="1">
        <p:scale>
          <a:sx n="83" d="100"/>
          <a:sy n="83" d="100"/>
        </p:scale>
        <p:origin x="3132" y="7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commentAuthors" Target="commentAuthor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a:extLst>
              <a:ext uri="{FF2B5EF4-FFF2-40B4-BE49-F238E27FC236}">
                <a16:creationId xmlns:a16="http://schemas.microsoft.com/office/drawing/2014/main" id="{E133BF5F-174E-40A4-9866-37369B60B46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a:extLst>
              <a:ext uri="{FF2B5EF4-FFF2-40B4-BE49-F238E27FC236}">
                <a16:creationId xmlns:a16="http://schemas.microsoft.com/office/drawing/2014/main" id="{9B48160D-002A-4C38-B685-9D01781CDFC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1C3437A-2548-46BD-BA5A-B2CEE9B60B79}" type="datetimeFigureOut">
              <a:rPr lang="zh-TW" altLang="en-US" smtClean="0"/>
              <a:t>2023/6/27</a:t>
            </a:fld>
            <a:endParaRPr lang="zh-TW" altLang="en-US"/>
          </a:p>
        </p:txBody>
      </p:sp>
      <p:sp>
        <p:nvSpPr>
          <p:cNvPr id="4" name="頁尾版面配置區 3">
            <a:extLst>
              <a:ext uri="{FF2B5EF4-FFF2-40B4-BE49-F238E27FC236}">
                <a16:creationId xmlns:a16="http://schemas.microsoft.com/office/drawing/2014/main" id="{56C9DBB5-AEAC-42FF-B31A-63350E0F6F9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5" name="投影片編號版面配置區 4">
            <a:extLst>
              <a:ext uri="{FF2B5EF4-FFF2-40B4-BE49-F238E27FC236}">
                <a16:creationId xmlns:a16="http://schemas.microsoft.com/office/drawing/2014/main" id="{BB254148-141F-4002-9FE0-E42D865965FB}"/>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557ED40-27C7-4C17-9AA3-9A8BEF720B9E}" type="slidenum">
              <a:rPr lang="zh-TW" altLang="en-US" smtClean="0"/>
              <a:t>‹#›</a:t>
            </a:fld>
            <a:endParaRPr lang="zh-TW" altLang="en-US"/>
          </a:p>
        </p:txBody>
      </p:sp>
    </p:spTree>
    <p:extLst>
      <p:ext uri="{BB962C8B-B14F-4D97-AF65-F5344CB8AC3E}">
        <p14:creationId xmlns:p14="http://schemas.microsoft.com/office/powerpoint/2010/main" val="384918515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13E4A5B-860F-48A8-8317-191E0EF4C33B}" type="datetimeFigureOut">
              <a:rPr lang="en-GB" smtClean="0"/>
              <a:pPr/>
              <a:t>27/06/2023</a:t>
            </a:fld>
            <a:endParaRPr lang="en-GB"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D0ABA6D-F0DA-4F85-A720-04754C301D6D}" type="slidenum">
              <a:rPr lang="en-GB" smtClean="0"/>
              <a:pPr/>
              <a:t>‹#›</a:t>
            </a:fld>
            <a:endParaRPr lang="en-GB" dirty="0"/>
          </a:p>
        </p:txBody>
      </p:sp>
    </p:spTree>
    <p:extLst>
      <p:ext uri="{BB962C8B-B14F-4D97-AF65-F5344CB8AC3E}">
        <p14:creationId xmlns:p14="http://schemas.microsoft.com/office/powerpoint/2010/main" val="10882374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10"/>
          </p:nvPr>
        </p:nvSpPr>
        <p:spPr/>
        <p:txBody>
          <a:bodyPr/>
          <a:lstStyle/>
          <a:p>
            <a:fld id="{9D0ABA6D-F0DA-4F85-A720-04754C301D6D}" type="slidenum">
              <a:rPr lang="en-GB" smtClean="0"/>
              <a:pPr/>
              <a:t>1</a:t>
            </a:fld>
            <a:endParaRPr lang="en-GB" dirty="0"/>
          </a:p>
        </p:txBody>
      </p:sp>
    </p:spTree>
    <p:extLst>
      <p:ext uri="{BB962C8B-B14F-4D97-AF65-F5344CB8AC3E}">
        <p14:creationId xmlns:p14="http://schemas.microsoft.com/office/powerpoint/2010/main" val="386430620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10"/>
          </p:nvPr>
        </p:nvSpPr>
        <p:spPr/>
        <p:txBody>
          <a:bodyPr/>
          <a:lstStyle/>
          <a:p>
            <a:fld id="{9D0ABA6D-F0DA-4F85-A720-04754C301D6D}" type="slidenum">
              <a:rPr lang="en-GB" smtClean="0"/>
              <a:pPr/>
              <a:t>2</a:t>
            </a:fld>
            <a:endParaRPr lang="en-GB" dirty="0"/>
          </a:p>
        </p:txBody>
      </p:sp>
    </p:spTree>
    <p:extLst>
      <p:ext uri="{BB962C8B-B14F-4D97-AF65-F5344CB8AC3E}">
        <p14:creationId xmlns:p14="http://schemas.microsoft.com/office/powerpoint/2010/main" val="286166617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dirty="0">
                <a:solidFill>
                  <a:schemeClr val="bg1">
                    <a:lumMod val="65000"/>
                  </a:schemeClr>
                </a:solidFill>
                <a:latin typeface="Calibri" panose="020F0502020204030204" pitchFamily="34" charset="0"/>
                <a:cs typeface="Calibri" panose="020F0502020204030204" pitchFamily="34" charset="0"/>
              </a:rPr>
              <a:t>Example: CL#4584600; 4584636; 4584718</a:t>
            </a:r>
            <a:endParaRPr lang="zh-TW" altLang="en-US" sz="1200" dirty="0">
              <a:solidFill>
                <a:schemeClr val="bg1">
                  <a:lumMod val="65000"/>
                </a:schemeClr>
              </a:solidFill>
              <a:latin typeface="Calibri" panose="020F0502020204030204" pitchFamily="34" charset="0"/>
              <a:cs typeface="Calibri" panose="020F0502020204030204" pitchFamily="34" charset="0"/>
            </a:endParaRPr>
          </a:p>
        </p:txBody>
      </p:sp>
      <p:sp>
        <p:nvSpPr>
          <p:cNvPr id="4" name="投影片編號版面配置區 3"/>
          <p:cNvSpPr>
            <a:spLocks noGrp="1"/>
          </p:cNvSpPr>
          <p:nvPr>
            <p:ph type="sldNum" sz="quarter" idx="5"/>
          </p:nvPr>
        </p:nvSpPr>
        <p:spPr/>
        <p:txBody>
          <a:bodyPr/>
          <a:lstStyle/>
          <a:p>
            <a:fld id="{9D0ABA6D-F0DA-4F85-A720-04754C301D6D}" type="slidenum">
              <a:rPr lang="en-GB" smtClean="0"/>
              <a:pPr/>
              <a:t>3</a:t>
            </a:fld>
            <a:endParaRPr lang="en-GB" dirty="0"/>
          </a:p>
        </p:txBody>
      </p:sp>
    </p:spTree>
    <p:extLst>
      <p:ext uri="{BB962C8B-B14F-4D97-AF65-F5344CB8AC3E}">
        <p14:creationId xmlns:p14="http://schemas.microsoft.com/office/powerpoint/2010/main" val="118449363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10"/>
          </p:nvPr>
        </p:nvSpPr>
        <p:spPr/>
        <p:txBody>
          <a:bodyPr/>
          <a:lstStyle/>
          <a:p>
            <a:fld id="{9D0ABA6D-F0DA-4F85-A720-04754C301D6D}" type="slidenum">
              <a:rPr lang="en-GB" smtClean="0"/>
              <a:pPr/>
              <a:t>4</a:t>
            </a:fld>
            <a:endParaRPr lang="en-GB" dirty="0"/>
          </a:p>
        </p:txBody>
      </p:sp>
    </p:spTree>
    <p:extLst>
      <p:ext uri="{BB962C8B-B14F-4D97-AF65-F5344CB8AC3E}">
        <p14:creationId xmlns:p14="http://schemas.microsoft.com/office/powerpoint/2010/main" val="21803850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10"/>
          </p:nvPr>
        </p:nvSpPr>
        <p:spPr/>
        <p:txBody>
          <a:bodyPr/>
          <a:lstStyle/>
          <a:p>
            <a:fld id="{9D0ABA6D-F0DA-4F85-A720-04754C301D6D}" type="slidenum">
              <a:rPr lang="en-GB" smtClean="0"/>
              <a:pPr/>
              <a:t>5</a:t>
            </a:fld>
            <a:endParaRPr lang="en-GB" dirty="0"/>
          </a:p>
        </p:txBody>
      </p:sp>
    </p:spTree>
    <p:extLst>
      <p:ext uri="{BB962C8B-B14F-4D97-AF65-F5344CB8AC3E}">
        <p14:creationId xmlns:p14="http://schemas.microsoft.com/office/powerpoint/2010/main" val="324673629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Example patch: CL#4584636</a:t>
            </a:r>
            <a:endParaRPr lang="zh-TW" altLang="en-US" dirty="0"/>
          </a:p>
        </p:txBody>
      </p:sp>
      <p:sp>
        <p:nvSpPr>
          <p:cNvPr id="4" name="投影片編號版面配置區 3"/>
          <p:cNvSpPr>
            <a:spLocks noGrp="1"/>
          </p:cNvSpPr>
          <p:nvPr>
            <p:ph type="sldNum" sz="quarter" idx="5"/>
          </p:nvPr>
        </p:nvSpPr>
        <p:spPr/>
        <p:txBody>
          <a:bodyPr/>
          <a:lstStyle/>
          <a:p>
            <a:fld id="{9D0ABA6D-F0DA-4F85-A720-04754C301D6D}" type="slidenum">
              <a:rPr lang="en-GB" smtClean="0"/>
              <a:pPr/>
              <a:t>6</a:t>
            </a:fld>
            <a:endParaRPr lang="en-GB" dirty="0"/>
          </a:p>
        </p:txBody>
      </p:sp>
    </p:spTree>
    <p:extLst>
      <p:ext uri="{BB962C8B-B14F-4D97-AF65-F5344CB8AC3E}">
        <p14:creationId xmlns:p14="http://schemas.microsoft.com/office/powerpoint/2010/main" val="356150161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Example patch: CL#4584718</a:t>
            </a:r>
            <a:endParaRPr lang="zh-TW" altLang="en-US" dirty="0"/>
          </a:p>
        </p:txBody>
      </p:sp>
      <p:sp>
        <p:nvSpPr>
          <p:cNvPr id="4" name="投影片編號版面配置區 3"/>
          <p:cNvSpPr>
            <a:spLocks noGrp="1"/>
          </p:cNvSpPr>
          <p:nvPr>
            <p:ph type="sldNum" sz="quarter" idx="5"/>
          </p:nvPr>
        </p:nvSpPr>
        <p:spPr/>
        <p:txBody>
          <a:bodyPr/>
          <a:lstStyle/>
          <a:p>
            <a:fld id="{9D0ABA6D-F0DA-4F85-A720-04754C301D6D}" type="slidenum">
              <a:rPr lang="en-GB" smtClean="0"/>
              <a:pPr/>
              <a:t>7</a:t>
            </a:fld>
            <a:endParaRPr lang="en-GB" dirty="0"/>
          </a:p>
        </p:txBody>
      </p:sp>
    </p:spTree>
    <p:extLst>
      <p:ext uri="{BB962C8B-B14F-4D97-AF65-F5344CB8AC3E}">
        <p14:creationId xmlns:p14="http://schemas.microsoft.com/office/powerpoint/2010/main" val="77282449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hemeOverride" Target="../theme/themeOverride1.xml"/></Relationships>
</file>

<file path=ppt/slideLayouts/_rels/slideLayout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hemeOverride" Target="../theme/themeOverride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_Formal">
    <p:bg>
      <p:bgPr>
        <a:solidFill>
          <a:srgbClr val="F39A1E"/>
        </a:solidFill>
        <a:effectLst/>
      </p:bgPr>
    </p:bg>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82FC31B8-C0A5-4C17-8479-A454E6F28946}"/>
              </a:ext>
            </a:extLst>
          </p:cNvPr>
          <p:cNvSpPr/>
          <p:nvPr userDrawn="1"/>
        </p:nvSpPr>
        <p:spPr>
          <a:xfrm>
            <a:off x="346177" y="4721013"/>
            <a:ext cx="3713721" cy="292785"/>
          </a:xfrm>
          <a:prstGeom prst="rect">
            <a:avLst/>
          </a:prstGeom>
          <a:solidFill>
            <a:srgbClr val="F39A1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indent="0">
              <a:buNone/>
            </a:pPr>
            <a:r>
              <a:rPr lang="en-US" altLang="zh-TW" sz="800" kern="1200" dirty="0">
                <a:solidFill>
                  <a:schemeClr val="bg1"/>
                </a:solidFill>
                <a:effectLst/>
                <a:latin typeface="+mn-lt"/>
                <a:ea typeface="+mn-ea"/>
                <a:cs typeface="+mn-cs"/>
              </a:rPr>
              <a:t>MediaTek Proprietary and Confidential. © 2022 MediaTek Inc. All rights reserved.</a:t>
            </a:r>
            <a:endParaRPr lang="en-GB" altLang="zh-TW" sz="800" dirty="0">
              <a:solidFill>
                <a:schemeClr val="bg1"/>
              </a:solidFill>
              <a:latin typeface="+mn-lt"/>
            </a:endParaRPr>
          </a:p>
        </p:txBody>
      </p:sp>
      <p:sp>
        <p:nvSpPr>
          <p:cNvPr id="4" name="文字方塊 3"/>
          <p:cNvSpPr txBox="1"/>
          <p:nvPr userDrawn="1"/>
        </p:nvSpPr>
        <p:spPr>
          <a:xfrm>
            <a:off x="2382251" y="3048755"/>
            <a:ext cx="6545703" cy="885571"/>
          </a:xfrm>
          <a:prstGeom prst="rect">
            <a:avLst/>
          </a:prstGeom>
        </p:spPr>
        <p:txBody>
          <a:bodyPr wrap="square" lIns="0" tIns="0" rIns="0" bIns="0" rtlCol="0">
            <a:noAutofit/>
          </a:bodyPr>
          <a:lstStyle/>
          <a:p>
            <a:endParaRPr lang="zh-TW" altLang="en-US" dirty="0"/>
          </a:p>
        </p:txBody>
      </p:sp>
      <p:sp>
        <p:nvSpPr>
          <p:cNvPr id="12" name="文字版面配置區 20">
            <a:extLst>
              <a:ext uri="{FF2B5EF4-FFF2-40B4-BE49-F238E27FC236}">
                <a16:creationId xmlns:a16="http://schemas.microsoft.com/office/drawing/2014/main" id="{0878BF3B-8DAC-42C9-92B7-F9EC0BA19FCE}"/>
              </a:ext>
            </a:extLst>
          </p:cNvPr>
          <p:cNvSpPr>
            <a:spLocks noGrp="1"/>
          </p:cNvSpPr>
          <p:nvPr>
            <p:ph type="body" sz="quarter" idx="13" hasCustomPrompt="1"/>
          </p:nvPr>
        </p:nvSpPr>
        <p:spPr>
          <a:xfrm>
            <a:off x="2370668" y="2093214"/>
            <a:ext cx="5841788" cy="640462"/>
          </a:xfrm>
          <a:prstGeom prst="rect">
            <a:avLst/>
          </a:prstGeom>
        </p:spPr>
        <p:txBody>
          <a:bodyPr/>
          <a:lstStyle>
            <a:lvl1pPr marL="0" marR="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sz="3200" b="1">
                <a:solidFill>
                  <a:schemeClr val="bg1"/>
                </a:solidFill>
                <a:latin typeface="Calibri" panose="020F0502020204030204" pitchFamily="34" charset="0"/>
                <a:ea typeface="Microsoft YaHei" panose="020B0503020204020204" pitchFamily="34" charset="-122"/>
              </a:defRPr>
            </a:lvl1pPr>
          </a:lstStyle>
          <a:p>
            <a:pPr marL="0" marR="0" lvl="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a:pPr>
            <a:r>
              <a:rPr lang="zh-CN" altLang="en-US" dirty="0"/>
              <a:t>标题使用粗体</a:t>
            </a:r>
            <a:r>
              <a:rPr lang="en-US" altLang="zh-TW" dirty="0"/>
              <a:t>32pts</a:t>
            </a:r>
            <a:endParaRPr lang="zh-TW" altLang="en-US" dirty="0"/>
          </a:p>
        </p:txBody>
      </p:sp>
      <p:pic>
        <p:nvPicPr>
          <p:cNvPr id="13" name="圖片 12">
            <a:extLst>
              <a:ext uri="{FF2B5EF4-FFF2-40B4-BE49-F238E27FC236}">
                <a16:creationId xmlns:a16="http://schemas.microsoft.com/office/drawing/2014/main" id="{CC6B121D-85E8-4ED7-AF42-7E852007BAF6}"/>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973736" y="1361899"/>
            <a:ext cx="1894918" cy="517459"/>
          </a:xfrm>
          <a:prstGeom prst="rect">
            <a:avLst/>
          </a:prstGeom>
        </p:spPr>
      </p:pic>
      <p:sp>
        <p:nvSpPr>
          <p:cNvPr id="14" name="文字版面配置區 20">
            <a:extLst>
              <a:ext uri="{FF2B5EF4-FFF2-40B4-BE49-F238E27FC236}">
                <a16:creationId xmlns:a16="http://schemas.microsoft.com/office/drawing/2014/main" id="{6EF1C5E5-F541-45A7-A09E-49564F6BBF0C}"/>
              </a:ext>
            </a:extLst>
          </p:cNvPr>
          <p:cNvSpPr>
            <a:spLocks noGrp="1"/>
          </p:cNvSpPr>
          <p:nvPr>
            <p:ph type="body" sz="quarter" idx="14" hasCustomPrompt="1"/>
          </p:nvPr>
        </p:nvSpPr>
        <p:spPr>
          <a:xfrm>
            <a:off x="2370668" y="2733676"/>
            <a:ext cx="4218896" cy="640462"/>
          </a:xfrm>
          <a:prstGeom prst="rect">
            <a:avLst/>
          </a:prstGeom>
        </p:spPr>
        <p:txBody>
          <a:bodyPr/>
          <a:lstStyle>
            <a:lvl1pPr marL="0" marR="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sz="2000" b="1">
                <a:solidFill>
                  <a:schemeClr val="bg1"/>
                </a:solidFill>
                <a:latin typeface="Calibri" panose="020F0502020204030204" pitchFamily="34" charset="0"/>
                <a:ea typeface="Microsoft YaHei" panose="020B0503020204020204" pitchFamily="34" charset="-122"/>
              </a:defRPr>
            </a:lvl1pPr>
          </a:lstStyle>
          <a:p>
            <a:pPr marL="0" marR="0" lvl="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a:pPr>
            <a:r>
              <a:rPr lang="zh-TW" altLang="en-US" dirty="0"/>
              <a:t>子</a:t>
            </a:r>
            <a:r>
              <a:rPr lang="zh-CN" altLang="en-US" dirty="0"/>
              <a:t>标题使用粗体</a:t>
            </a:r>
            <a:r>
              <a:rPr lang="en-US" altLang="zh-TW" dirty="0"/>
              <a:t>20pts</a:t>
            </a:r>
            <a:endParaRPr lang="zh-TW" altLang="en-US" dirty="0"/>
          </a:p>
        </p:txBody>
      </p:sp>
    </p:spTree>
    <p:extLst>
      <p:ext uri="{BB962C8B-B14F-4D97-AF65-F5344CB8AC3E}">
        <p14:creationId xmlns:p14="http://schemas.microsoft.com/office/powerpoint/2010/main" val="39646853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88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C9211404-45CD-4325-8498-AF8EEE4AA2CD}"/>
              </a:ext>
            </a:extLst>
          </p:cNvPr>
          <p:cNvSpPr>
            <a:spLocks noGrp="1"/>
          </p:cNvSpPr>
          <p:nvPr>
            <p:ph type="sldNum" sz="quarter" idx="4"/>
          </p:nvPr>
        </p:nvSpPr>
        <p:spPr>
          <a:xfrm>
            <a:off x="8542339" y="4868937"/>
            <a:ext cx="277811" cy="108000"/>
          </a:xfrm>
          <a:prstGeom prst="rect">
            <a:avLst/>
          </a:prstGeom>
        </p:spPr>
        <p:txBody>
          <a:bodyPr vert="horz" lIns="0" tIns="0" rIns="0" bIns="0" rtlCol="0" anchor="ctr"/>
          <a:lstStyle>
            <a:lvl1pPr algn="r">
              <a:defRPr sz="600">
                <a:solidFill>
                  <a:schemeClr val="tx1">
                    <a:tint val="75000"/>
                  </a:schemeClr>
                </a:solidFill>
                <a:latin typeface="+mj-lt"/>
              </a:defRPr>
            </a:lvl1pPr>
          </a:lstStyle>
          <a:p>
            <a:fld id="{0AEF9A4B-07C9-404C-9053-A3A2AC3AD5D6}" type="slidenum">
              <a:rPr lang="en-GB" smtClean="0"/>
              <a:pPr/>
              <a:t>‹#›</a:t>
            </a:fld>
            <a:endParaRPr lang="en-GB" dirty="0"/>
          </a:p>
        </p:txBody>
      </p:sp>
      <p:sp>
        <p:nvSpPr>
          <p:cNvPr id="7" name="文字版面配置區 6"/>
          <p:cNvSpPr>
            <a:spLocks noGrp="1"/>
          </p:cNvSpPr>
          <p:nvPr>
            <p:ph type="body" sz="quarter" idx="10"/>
          </p:nvPr>
        </p:nvSpPr>
        <p:spPr>
          <a:xfrm>
            <a:off x="323850" y="1032588"/>
            <a:ext cx="8218488" cy="3427445"/>
          </a:xfrm>
          <a:prstGeom prst="rect">
            <a:avLst/>
          </a:prstGeom>
        </p:spPr>
        <p:txBody>
          <a:bodyPr/>
          <a:lstStyle>
            <a:lvl1pPr marL="514350" indent="-514350">
              <a:buFont typeface="Wingdings" panose="05000000000000000000" pitchFamily="2" charset="2"/>
              <a:buChar char="p"/>
              <a:defRPr sz="2000" b="1">
                <a:latin typeface="+mj-lt"/>
              </a:defRPr>
            </a:lvl1pPr>
            <a:lvl2pPr>
              <a:defRPr sz="1600" b="1">
                <a:latin typeface="+mj-lt"/>
              </a:defRPr>
            </a:lvl2pPr>
            <a:lvl3pPr>
              <a:defRPr sz="1200">
                <a:latin typeface="+mj-lt"/>
              </a:defRPr>
            </a:lvl3pPr>
            <a:lvl4pPr>
              <a:defRPr>
                <a:latin typeface="+mj-lt"/>
              </a:defRPr>
            </a:lvl4pPr>
            <a:lvl5pPr>
              <a:defRPr>
                <a:latin typeface="+mj-lt"/>
              </a:defRPr>
            </a:lvl5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zh-TW" altLang="en-US" dirty="0"/>
          </a:p>
        </p:txBody>
      </p:sp>
      <p:sp>
        <p:nvSpPr>
          <p:cNvPr id="6" name="標題版面配置區 1"/>
          <p:cNvSpPr>
            <a:spLocks noGrp="1"/>
          </p:cNvSpPr>
          <p:nvPr>
            <p:ph type="title"/>
          </p:nvPr>
        </p:nvSpPr>
        <p:spPr>
          <a:xfrm>
            <a:off x="323850" y="177670"/>
            <a:ext cx="8218488" cy="720464"/>
          </a:xfrm>
          <a:prstGeom prst="rect">
            <a:avLst/>
          </a:prstGeom>
        </p:spPr>
        <p:txBody>
          <a:bodyPr vert="horz" lIns="91440" tIns="45720" rIns="91440" bIns="45720" rtlCol="0" anchor="ctr">
            <a:normAutofit/>
          </a:bodyPr>
          <a:lstStyle/>
          <a:p>
            <a:r>
              <a:rPr lang="zh-TW" altLang="en-US"/>
              <a:t>按一下以編輯母片標題樣式</a:t>
            </a:r>
            <a:endParaRPr lang="zh-TW" altLang="en-US" dirty="0"/>
          </a:p>
        </p:txBody>
      </p:sp>
    </p:spTree>
    <p:extLst>
      <p:ext uri="{BB962C8B-B14F-4D97-AF65-F5344CB8AC3E}">
        <p14:creationId xmlns:p14="http://schemas.microsoft.com/office/powerpoint/2010/main" val="19075870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Full">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C9211404-45CD-4325-8498-AF8EEE4AA2CD}"/>
              </a:ext>
            </a:extLst>
          </p:cNvPr>
          <p:cNvSpPr>
            <a:spLocks noGrp="1"/>
          </p:cNvSpPr>
          <p:nvPr>
            <p:ph type="sldNum" sz="quarter" idx="4"/>
          </p:nvPr>
        </p:nvSpPr>
        <p:spPr>
          <a:xfrm>
            <a:off x="8542339" y="4868937"/>
            <a:ext cx="277811" cy="108000"/>
          </a:xfrm>
          <a:prstGeom prst="rect">
            <a:avLst/>
          </a:prstGeom>
        </p:spPr>
        <p:txBody>
          <a:bodyPr vert="horz" lIns="0" tIns="0" rIns="0" bIns="0" rtlCol="0" anchor="ctr"/>
          <a:lstStyle>
            <a:lvl1pPr algn="r">
              <a:defRPr sz="600">
                <a:solidFill>
                  <a:schemeClr val="tx1">
                    <a:tint val="75000"/>
                  </a:schemeClr>
                </a:solidFill>
                <a:latin typeface="+mj-lt"/>
              </a:defRPr>
            </a:lvl1pPr>
          </a:lstStyle>
          <a:p>
            <a:fld id="{0AEF9A4B-07C9-404C-9053-A3A2AC3AD5D6}" type="slidenum">
              <a:rPr lang="en-GB" smtClean="0"/>
              <a:pPr/>
              <a:t>‹#›</a:t>
            </a:fld>
            <a:endParaRPr lang="en-GB" dirty="0"/>
          </a:p>
        </p:txBody>
      </p:sp>
      <p:sp>
        <p:nvSpPr>
          <p:cNvPr id="26" name="內容版面配置區 25"/>
          <p:cNvSpPr>
            <a:spLocks noGrp="1"/>
          </p:cNvSpPr>
          <p:nvPr>
            <p:ph sz="quarter" idx="10"/>
          </p:nvPr>
        </p:nvSpPr>
        <p:spPr>
          <a:xfrm>
            <a:off x="323849" y="1007706"/>
            <a:ext cx="8218489" cy="3707363"/>
          </a:xfrm>
        </p:spPr>
        <p:txBody>
          <a:bodyPr/>
          <a:lstStyle>
            <a:lvl1pPr>
              <a:defRPr sz="1600" b="1">
                <a:latin typeface="+mj-lt"/>
              </a:defRPr>
            </a:lvl1pPr>
            <a:lvl2pPr>
              <a:defRPr sz="1400" b="1">
                <a:latin typeface="+mj-lt"/>
              </a:defRPr>
            </a:lvl2pPr>
            <a:lvl3pPr>
              <a:defRPr sz="1200">
                <a:latin typeface="+mj-lt"/>
              </a:defRPr>
            </a:lvl3pPr>
            <a:lvl4pPr>
              <a:defRPr sz="1100">
                <a:latin typeface="+mj-lt"/>
              </a:defRPr>
            </a:lvl4pPr>
            <a:lvl5pPr>
              <a:defRPr sz="1000">
                <a:latin typeface="+mj-lt"/>
              </a:defRPr>
            </a:lvl5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zh-TW" altLang="en-US" dirty="0"/>
          </a:p>
        </p:txBody>
      </p:sp>
      <p:sp>
        <p:nvSpPr>
          <p:cNvPr id="6" name="標題版面配置區 1"/>
          <p:cNvSpPr>
            <a:spLocks noGrp="1"/>
          </p:cNvSpPr>
          <p:nvPr>
            <p:ph type="title"/>
          </p:nvPr>
        </p:nvSpPr>
        <p:spPr>
          <a:xfrm>
            <a:off x="323850" y="177670"/>
            <a:ext cx="8218488" cy="720464"/>
          </a:xfrm>
          <a:prstGeom prst="rect">
            <a:avLst/>
          </a:prstGeom>
        </p:spPr>
        <p:txBody>
          <a:bodyPr vert="horz" lIns="91440" tIns="45720" rIns="91440" bIns="45720" rtlCol="0" anchor="ctr">
            <a:normAutofit/>
          </a:bodyPr>
          <a:lstStyle>
            <a:lvl1pPr>
              <a:defRPr>
                <a:solidFill>
                  <a:srgbClr val="F39A1E"/>
                </a:solidFill>
              </a:defRPr>
            </a:lvl1pPr>
          </a:lstStyle>
          <a:p>
            <a:r>
              <a:rPr lang="zh-TW" altLang="en-US"/>
              <a:t>按一下以編輯母片標題樣式</a:t>
            </a:r>
            <a:endParaRPr lang="zh-TW" altLang="en-US" dirty="0"/>
          </a:p>
        </p:txBody>
      </p:sp>
    </p:spTree>
    <p:extLst>
      <p:ext uri="{BB962C8B-B14F-4D97-AF65-F5344CB8AC3E}">
        <p14:creationId xmlns:p14="http://schemas.microsoft.com/office/powerpoint/2010/main" val="13689984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mpare">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C9211404-45CD-4325-8498-AF8EEE4AA2CD}"/>
              </a:ext>
            </a:extLst>
          </p:cNvPr>
          <p:cNvSpPr>
            <a:spLocks noGrp="1"/>
          </p:cNvSpPr>
          <p:nvPr>
            <p:ph type="sldNum" sz="quarter" idx="4"/>
          </p:nvPr>
        </p:nvSpPr>
        <p:spPr>
          <a:xfrm>
            <a:off x="8542339" y="4868937"/>
            <a:ext cx="277811" cy="108000"/>
          </a:xfrm>
          <a:prstGeom prst="rect">
            <a:avLst/>
          </a:prstGeom>
        </p:spPr>
        <p:txBody>
          <a:bodyPr vert="horz" lIns="0" tIns="0" rIns="0" bIns="0" rtlCol="0" anchor="ctr"/>
          <a:lstStyle>
            <a:lvl1pPr algn="r">
              <a:defRPr sz="600">
                <a:solidFill>
                  <a:schemeClr val="tx1">
                    <a:tint val="75000"/>
                  </a:schemeClr>
                </a:solidFill>
                <a:latin typeface="+mj-lt"/>
              </a:defRPr>
            </a:lvl1pPr>
          </a:lstStyle>
          <a:p>
            <a:fld id="{0AEF9A4B-07C9-404C-9053-A3A2AC3AD5D6}" type="slidenum">
              <a:rPr lang="en-GB" smtClean="0"/>
              <a:pPr/>
              <a:t>‹#›</a:t>
            </a:fld>
            <a:endParaRPr lang="en-GB" dirty="0"/>
          </a:p>
        </p:txBody>
      </p:sp>
      <p:sp>
        <p:nvSpPr>
          <p:cNvPr id="26" name="內容版面配置區 25"/>
          <p:cNvSpPr>
            <a:spLocks noGrp="1"/>
          </p:cNvSpPr>
          <p:nvPr>
            <p:ph sz="quarter" idx="10"/>
          </p:nvPr>
        </p:nvSpPr>
        <p:spPr>
          <a:xfrm>
            <a:off x="323850" y="1007706"/>
            <a:ext cx="4032126" cy="3707363"/>
          </a:xfrm>
        </p:spPr>
        <p:txBody>
          <a:bodyPr/>
          <a:lstStyle>
            <a:lvl1pPr>
              <a:defRPr sz="2000" b="1">
                <a:latin typeface="+mj-lt"/>
              </a:defRPr>
            </a:lvl1pPr>
            <a:lvl2pPr>
              <a:defRPr sz="1600" b="1">
                <a:latin typeface="+mj-lt"/>
              </a:defRPr>
            </a:lvl2pPr>
            <a:lvl3pPr>
              <a:defRPr sz="1200">
                <a:latin typeface="+mj-lt"/>
              </a:defRPr>
            </a:lvl3pPr>
            <a:lvl4pPr>
              <a:defRPr>
                <a:latin typeface="+mj-lt"/>
              </a:defRPr>
            </a:lvl4pPr>
            <a:lvl5pPr>
              <a:defRPr>
                <a:latin typeface="+mj-lt"/>
              </a:defRPr>
            </a:lvl5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zh-TW" altLang="en-US" dirty="0"/>
          </a:p>
        </p:txBody>
      </p:sp>
      <p:sp>
        <p:nvSpPr>
          <p:cNvPr id="7" name="內容版面配置區 25"/>
          <p:cNvSpPr>
            <a:spLocks noGrp="1"/>
          </p:cNvSpPr>
          <p:nvPr>
            <p:ph sz="quarter" idx="11"/>
          </p:nvPr>
        </p:nvSpPr>
        <p:spPr>
          <a:xfrm>
            <a:off x="4499992" y="1004972"/>
            <a:ext cx="4042347" cy="3707363"/>
          </a:xfrm>
        </p:spPr>
        <p:txBody>
          <a:bodyPr/>
          <a:lstStyle>
            <a:lvl1pPr>
              <a:defRPr sz="2000" b="1">
                <a:latin typeface="+mj-lt"/>
              </a:defRPr>
            </a:lvl1pPr>
            <a:lvl2pPr>
              <a:defRPr sz="1600" b="1">
                <a:latin typeface="+mj-lt"/>
              </a:defRPr>
            </a:lvl2pPr>
            <a:lvl3pPr>
              <a:defRPr sz="1200">
                <a:latin typeface="+mj-lt"/>
              </a:defRPr>
            </a:lvl3pPr>
            <a:lvl4pPr>
              <a:defRPr>
                <a:latin typeface="+mj-lt"/>
              </a:defRPr>
            </a:lvl4pPr>
            <a:lvl5pPr>
              <a:defRPr>
                <a:latin typeface="+mj-lt"/>
              </a:defRPr>
            </a:lvl5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zh-TW" altLang="en-US" dirty="0"/>
          </a:p>
        </p:txBody>
      </p:sp>
      <p:sp>
        <p:nvSpPr>
          <p:cNvPr id="8" name="標題版面配置區 1"/>
          <p:cNvSpPr>
            <a:spLocks noGrp="1"/>
          </p:cNvSpPr>
          <p:nvPr>
            <p:ph type="title"/>
          </p:nvPr>
        </p:nvSpPr>
        <p:spPr>
          <a:xfrm>
            <a:off x="323850" y="177670"/>
            <a:ext cx="8218488" cy="720464"/>
          </a:xfrm>
          <a:prstGeom prst="rect">
            <a:avLst/>
          </a:prstGeom>
        </p:spPr>
        <p:txBody>
          <a:bodyPr vert="horz" lIns="91440" tIns="45720" rIns="91440" bIns="45720" rtlCol="0" anchor="ctr">
            <a:normAutofit/>
          </a:bodyPr>
          <a:lstStyle>
            <a:lvl1pPr>
              <a:defRPr>
                <a:solidFill>
                  <a:srgbClr val="F39A1E"/>
                </a:solidFill>
              </a:defRPr>
            </a:lvl1pPr>
          </a:lstStyle>
          <a:p>
            <a:r>
              <a:rPr lang="zh-TW" altLang="en-US"/>
              <a:t>按一下以編輯母片標題樣式</a:t>
            </a:r>
            <a:endParaRPr lang="zh-TW" altLang="en-US" dirty="0"/>
          </a:p>
        </p:txBody>
      </p:sp>
    </p:spTree>
    <p:extLst>
      <p:ext uri="{BB962C8B-B14F-4D97-AF65-F5344CB8AC3E}">
        <p14:creationId xmlns:p14="http://schemas.microsoft.com/office/powerpoint/2010/main" val="10298036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lte only">
    <p:bg>
      <p:bgRef idx="1001">
        <a:schemeClr val="bg1"/>
      </p:bgRef>
    </p:bg>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C9211404-45CD-4325-8498-AF8EEE4AA2CD}"/>
              </a:ext>
            </a:extLst>
          </p:cNvPr>
          <p:cNvSpPr>
            <a:spLocks noGrp="1"/>
          </p:cNvSpPr>
          <p:nvPr>
            <p:ph type="sldNum" sz="quarter" idx="4"/>
          </p:nvPr>
        </p:nvSpPr>
        <p:spPr>
          <a:xfrm>
            <a:off x="8542339" y="4868937"/>
            <a:ext cx="277811" cy="108000"/>
          </a:xfrm>
          <a:prstGeom prst="rect">
            <a:avLst/>
          </a:prstGeom>
        </p:spPr>
        <p:txBody>
          <a:bodyPr vert="horz" lIns="0" tIns="0" rIns="0" bIns="0" rtlCol="0" anchor="ctr"/>
          <a:lstStyle>
            <a:lvl1pPr algn="r">
              <a:defRPr sz="600">
                <a:solidFill>
                  <a:schemeClr val="tx1">
                    <a:tint val="75000"/>
                  </a:schemeClr>
                </a:solidFill>
                <a:latin typeface="+mj-lt"/>
              </a:defRPr>
            </a:lvl1pPr>
          </a:lstStyle>
          <a:p>
            <a:fld id="{0AEF9A4B-07C9-404C-9053-A3A2AC3AD5D6}" type="slidenum">
              <a:rPr lang="en-GB" smtClean="0"/>
              <a:pPr/>
              <a:t>‹#›</a:t>
            </a:fld>
            <a:endParaRPr lang="en-GB" dirty="0"/>
          </a:p>
        </p:txBody>
      </p:sp>
      <p:sp>
        <p:nvSpPr>
          <p:cNvPr id="8" name="標題版面配置區 1"/>
          <p:cNvSpPr>
            <a:spLocks noGrp="1"/>
          </p:cNvSpPr>
          <p:nvPr>
            <p:ph type="title"/>
          </p:nvPr>
        </p:nvSpPr>
        <p:spPr>
          <a:xfrm>
            <a:off x="323850" y="177670"/>
            <a:ext cx="8218488" cy="720464"/>
          </a:xfrm>
          <a:prstGeom prst="rect">
            <a:avLst/>
          </a:prstGeom>
        </p:spPr>
        <p:txBody>
          <a:bodyPr vert="horz" lIns="91440" tIns="45720" rIns="91440" bIns="45720" rtlCol="0" anchor="ctr">
            <a:normAutofit/>
          </a:bodyPr>
          <a:lstStyle>
            <a:lvl1pPr>
              <a:defRPr>
                <a:solidFill>
                  <a:srgbClr val="F39A1E"/>
                </a:solidFill>
              </a:defRPr>
            </a:lvl1pPr>
          </a:lstStyle>
          <a:p>
            <a:r>
              <a:rPr lang="zh-TW" altLang="en-US"/>
              <a:t>按一下以編輯母片標題樣式</a:t>
            </a:r>
            <a:endParaRPr lang="zh-TW" altLang="en-US" dirty="0"/>
          </a:p>
        </p:txBody>
      </p:sp>
    </p:spTree>
    <p:extLst>
      <p:ext uri="{BB962C8B-B14F-4D97-AF65-F5344CB8AC3E}">
        <p14:creationId xmlns:p14="http://schemas.microsoft.com/office/powerpoint/2010/main" val="240481817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空白">
    <p:bg>
      <p:bgRef idx="1001">
        <a:schemeClr val="bg1"/>
      </p:bgRef>
    </p:bg>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C9211404-45CD-4325-8498-AF8EEE4AA2CD}"/>
              </a:ext>
            </a:extLst>
          </p:cNvPr>
          <p:cNvSpPr>
            <a:spLocks noGrp="1"/>
          </p:cNvSpPr>
          <p:nvPr>
            <p:ph type="sldNum" sz="quarter" idx="4"/>
          </p:nvPr>
        </p:nvSpPr>
        <p:spPr>
          <a:xfrm>
            <a:off x="8542339" y="4868937"/>
            <a:ext cx="277811" cy="108000"/>
          </a:xfrm>
          <a:prstGeom prst="rect">
            <a:avLst/>
          </a:prstGeom>
        </p:spPr>
        <p:txBody>
          <a:bodyPr vert="horz" lIns="0" tIns="0" rIns="0" bIns="0" rtlCol="0" anchor="ctr"/>
          <a:lstStyle>
            <a:lvl1pPr algn="r">
              <a:defRPr sz="600">
                <a:solidFill>
                  <a:schemeClr val="tx1">
                    <a:tint val="75000"/>
                  </a:schemeClr>
                </a:solidFill>
                <a:latin typeface="+mj-lt"/>
              </a:defRPr>
            </a:lvl1pPr>
          </a:lstStyle>
          <a:p>
            <a:fld id="{0AEF9A4B-07C9-404C-9053-A3A2AC3AD5D6}" type="slidenum">
              <a:rPr lang="en-GB" smtClean="0"/>
              <a:pPr/>
              <a:t>‹#›</a:t>
            </a:fld>
            <a:endParaRPr lang="en-GB" dirty="0"/>
          </a:p>
        </p:txBody>
      </p:sp>
    </p:spTree>
    <p:extLst>
      <p:ext uri="{BB962C8B-B14F-4D97-AF65-F5344CB8AC3E}">
        <p14:creationId xmlns:p14="http://schemas.microsoft.com/office/powerpoint/2010/main" val="379019121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ntents with subtitles">
    <p:spTree>
      <p:nvGrpSpPr>
        <p:cNvPr id="1" name=""/>
        <p:cNvGrpSpPr/>
        <p:nvPr/>
      </p:nvGrpSpPr>
      <p:grpSpPr>
        <a:xfrm>
          <a:off x="0" y="0"/>
          <a:ext cx="0" cy="0"/>
          <a:chOff x="0" y="0"/>
          <a:chExt cx="0" cy="0"/>
        </a:xfrm>
      </p:grpSpPr>
      <p:sp>
        <p:nvSpPr>
          <p:cNvPr id="8" name="Slide Number Placeholder 5">
            <a:extLst>
              <a:ext uri="{FF2B5EF4-FFF2-40B4-BE49-F238E27FC236}">
                <a16:creationId xmlns:a16="http://schemas.microsoft.com/office/drawing/2014/main" id="{415DD189-F23A-4A72-A8E7-12D5CE2E8541}"/>
              </a:ext>
            </a:extLst>
          </p:cNvPr>
          <p:cNvSpPr>
            <a:spLocks noGrp="1"/>
          </p:cNvSpPr>
          <p:nvPr>
            <p:ph type="sldNum" sz="quarter" idx="4"/>
          </p:nvPr>
        </p:nvSpPr>
        <p:spPr>
          <a:xfrm>
            <a:off x="8542339" y="4868937"/>
            <a:ext cx="277811" cy="108000"/>
          </a:xfrm>
          <a:prstGeom prst="rect">
            <a:avLst/>
          </a:prstGeom>
        </p:spPr>
        <p:txBody>
          <a:bodyPr vert="horz" lIns="0" tIns="0" rIns="0" bIns="0" rtlCol="0" anchor="ctr"/>
          <a:lstStyle>
            <a:lvl1pPr algn="r">
              <a:defRPr sz="600">
                <a:solidFill>
                  <a:schemeClr val="tx1">
                    <a:tint val="75000"/>
                  </a:schemeClr>
                </a:solidFill>
                <a:latin typeface="+mn-lt"/>
              </a:defRPr>
            </a:lvl1pPr>
          </a:lstStyle>
          <a:p>
            <a:fld id="{0AEF9A4B-07C9-404C-9053-A3A2AC3AD5D6}" type="slidenum">
              <a:rPr lang="en-GB" smtClean="0"/>
              <a:pPr/>
              <a:t>‹#›</a:t>
            </a:fld>
            <a:endParaRPr lang="en-GB" dirty="0"/>
          </a:p>
        </p:txBody>
      </p:sp>
      <p:sp>
        <p:nvSpPr>
          <p:cNvPr id="13" name="文字版面配置區 24">
            <a:extLst>
              <a:ext uri="{FF2B5EF4-FFF2-40B4-BE49-F238E27FC236}">
                <a16:creationId xmlns:a16="http://schemas.microsoft.com/office/drawing/2014/main" id="{0102C623-39B7-482D-AB86-93A92F37124F}"/>
              </a:ext>
            </a:extLst>
          </p:cNvPr>
          <p:cNvSpPr>
            <a:spLocks noGrp="1"/>
          </p:cNvSpPr>
          <p:nvPr>
            <p:ph type="body" sz="quarter" idx="16" hasCustomPrompt="1"/>
          </p:nvPr>
        </p:nvSpPr>
        <p:spPr>
          <a:xfrm>
            <a:off x="311552" y="1818018"/>
            <a:ext cx="8230787" cy="2553931"/>
          </a:xfrm>
          <a:prstGeom prst="rect">
            <a:avLst/>
          </a:prstGeom>
        </p:spPr>
        <p:txBody>
          <a:bodyPr/>
          <a:lstStyle>
            <a:lvl1pPr marL="0" marR="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sz="1200" b="0">
                <a:latin typeface="+mj-lt"/>
                <a:ea typeface="Microsoft YaHei" panose="020B0503020204020204" pitchFamily="34" charset="-122"/>
              </a:defRPr>
            </a:lvl1pPr>
          </a:lstStyle>
          <a:p>
            <a:pPr lvl="0"/>
            <a:r>
              <a:rPr lang="zh-TW" altLang="en-US" dirty="0"/>
              <a:t>內文使用</a:t>
            </a:r>
            <a:r>
              <a:rPr lang="en-US" altLang="zh-TW" dirty="0"/>
              <a:t>12pts</a:t>
            </a:r>
          </a:p>
        </p:txBody>
      </p:sp>
      <p:sp>
        <p:nvSpPr>
          <p:cNvPr id="21" name="文字版面配置區 24">
            <a:extLst>
              <a:ext uri="{FF2B5EF4-FFF2-40B4-BE49-F238E27FC236}">
                <a16:creationId xmlns:a16="http://schemas.microsoft.com/office/drawing/2014/main" id="{926391ED-A1C2-4413-B9C5-9DD36AFED359}"/>
              </a:ext>
            </a:extLst>
          </p:cNvPr>
          <p:cNvSpPr>
            <a:spLocks noGrp="1"/>
          </p:cNvSpPr>
          <p:nvPr>
            <p:ph type="body" sz="quarter" idx="19" hasCustomPrompt="1"/>
          </p:nvPr>
        </p:nvSpPr>
        <p:spPr>
          <a:xfrm>
            <a:off x="311552" y="1408099"/>
            <a:ext cx="8230786" cy="311332"/>
          </a:xfrm>
          <a:prstGeom prst="rect">
            <a:avLst/>
          </a:prstGeom>
        </p:spPr>
        <p:txBody>
          <a:bodyPr/>
          <a:lstStyle>
            <a:lvl1pPr marL="0" marR="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sz="1600" b="0">
                <a:latin typeface="+mj-lt"/>
                <a:ea typeface="Microsoft YaHei" panose="020B0503020204020204" pitchFamily="34" charset="-122"/>
              </a:defRPr>
            </a:lvl1pPr>
          </a:lstStyle>
          <a:p>
            <a:pPr lvl="0"/>
            <a:r>
              <a:rPr lang="zh-TW" altLang="en-US" dirty="0"/>
              <a:t>內文大标题使用</a:t>
            </a:r>
            <a:r>
              <a:rPr lang="en-US" altLang="zh-TW" dirty="0"/>
              <a:t>16pts</a:t>
            </a:r>
          </a:p>
        </p:txBody>
      </p:sp>
      <p:sp>
        <p:nvSpPr>
          <p:cNvPr id="22" name="文字版面配置區 24">
            <a:extLst>
              <a:ext uri="{FF2B5EF4-FFF2-40B4-BE49-F238E27FC236}">
                <a16:creationId xmlns:a16="http://schemas.microsoft.com/office/drawing/2014/main" id="{31CC0E0B-144B-478C-975D-2C5721C221AE}"/>
              </a:ext>
            </a:extLst>
          </p:cNvPr>
          <p:cNvSpPr>
            <a:spLocks noGrp="1"/>
          </p:cNvSpPr>
          <p:nvPr>
            <p:ph type="body" sz="quarter" idx="18" hasCustomPrompt="1"/>
          </p:nvPr>
        </p:nvSpPr>
        <p:spPr>
          <a:xfrm>
            <a:off x="311551" y="4427059"/>
            <a:ext cx="3066022" cy="311332"/>
          </a:xfrm>
          <a:prstGeom prst="rect">
            <a:avLst/>
          </a:prstGeom>
        </p:spPr>
        <p:txBody>
          <a:bodyPr/>
          <a:lstStyle>
            <a:lvl1pPr marL="0" marR="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sz="900" b="0">
                <a:latin typeface="Calibri" panose="020F0502020204030204" pitchFamily="34" charset="0"/>
              </a:defRPr>
            </a:lvl1pPr>
          </a:lstStyle>
          <a:p>
            <a:pPr lvl="0"/>
            <a:r>
              <a:rPr lang="en-US" altLang="zh-TW" dirty="0"/>
              <a:t>*Source:  Body text goes here in sentence case 9pts.</a:t>
            </a:r>
          </a:p>
        </p:txBody>
      </p:sp>
      <p:sp>
        <p:nvSpPr>
          <p:cNvPr id="24" name="文字版面配置區 24">
            <a:extLst>
              <a:ext uri="{FF2B5EF4-FFF2-40B4-BE49-F238E27FC236}">
                <a16:creationId xmlns:a16="http://schemas.microsoft.com/office/drawing/2014/main" id="{374059BD-775E-44E1-A833-94858E63EA60}"/>
              </a:ext>
            </a:extLst>
          </p:cNvPr>
          <p:cNvSpPr>
            <a:spLocks noGrp="1"/>
          </p:cNvSpPr>
          <p:nvPr>
            <p:ph type="body" sz="quarter" idx="14" hasCustomPrompt="1"/>
          </p:nvPr>
        </p:nvSpPr>
        <p:spPr>
          <a:xfrm>
            <a:off x="311551" y="998180"/>
            <a:ext cx="8230787" cy="311332"/>
          </a:xfrm>
          <a:prstGeom prst="rect">
            <a:avLst/>
          </a:prstGeom>
        </p:spPr>
        <p:txBody>
          <a:bodyPr/>
          <a:lstStyle>
            <a:lvl1pPr marL="0" marR="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sz="2000" b="1">
                <a:latin typeface="+mj-lt"/>
                <a:ea typeface="Microsoft YaHei" panose="020B0503020204020204" pitchFamily="34" charset="-122"/>
              </a:defRPr>
            </a:lvl1pPr>
          </a:lstStyle>
          <a:p>
            <a:pPr marL="0" marR="0" lvl="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a:pPr>
            <a:r>
              <a:rPr lang="zh-TW" altLang="en-US" dirty="0"/>
              <a:t>子</a:t>
            </a:r>
            <a:r>
              <a:rPr lang="zh-CN" altLang="en-US" dirty="0"/>
              <a:t>标题使用粗体</a:t>
            </a:r>
            <a:r>
              <a:rPr lang="en-US" altLang="zh-TW" dirty="0"/>
              <a:t>20pts</a:t>
            </a:r>
            <a:endParaRPr lang="zh-TW" altLang="en-US" dirty="0"/>
          </a:p>
        </p:txBody>
      </p:sp>
      <p:sp>
        <p:nvSpPr>
          <p:cNvPr id="9" name="標題版面配置區 1"/>
          <p:cNvSpPr>
            <a:spLocks noGrp="1"/>
          </p:cNvSpPr>
          <p:nvPr>
            <p:ph type="title"/>
          </p:nvPr>
        </p:nvSpPr>
        <p:spPr>
          <a:xfrm>
            <a:off x="323850" y="177670"/>
            <a:ext cx="8218488" cy="720464"/>
          </a:xfrm>
          <a:prstGeom prst="rect">
            <a:avLst/>
          </a:prstGeom>
        </p:spPr>
        <p:txBody>
          <a:bodyPr vert="horz" lIns="91440" tIns="45720" rIns="91440" bIns="45720" rtlCol="0" anchor="ctr">
            <a:normAutofit/>
          </a:bodyPr>
          <a:lstStyle>
            <a:lvl1pPr>
              <a:defRPr>
                <a:solidFill>
                  <a:srgbClr val="F39A1E"/>
                </a:solidFill>
              </a:defRPr>
            </a:lvl1pPr>
          </a:lstStyle>
          <a:p>
            <a:r>
              <a:rPr lang="zh-TW" altLang="en-US"/>
              <a:t>按一下以編輯母片標題樣式</a:t>
            </a:r>
            <a:endParaRPr lang="zh-TW" altLang="en-US" dirty="0"/>
          </a:p>
        </p:txBody>
      </p:sp>
    </p:spTree>
    <p:extLst>
      <p:ext uri="{BB962C8B-B14F-4D97-AF65-F5344CB8AC3E}">
        <p14:creationId xmlns:p14="http://schemas.microsoft.com/office/powerpoint/2010/main" val="19266409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map">
    <p:spTree>
      <p:nvGrpSpPr>
        <p:cNvPr id="1" name=""/>
        <p:cNvGrpSpPr/>
        <p:nvPr/>
      </p:nvGrpSpPr>
      <p:grpSpPr>
        <a:xfrm>
          <a:off x="0" y="0"/>
          <a:ext cx="0" cy="0"/>
          <a:chOff x="0" y="0"/>
          <a:chExt cx="0" cy="0"/>
        </a:xfrm>
      </p:grpSpPr>
      <p:pic>
        <p:nvPicPr>
          <p:cNvPr id="4" name="圖片 3" descr="一張含有 室外 的圖片&#10;&#10;描述是以高可信度產生">
            <a:extLst>
              <a:ext uri="{FF2B5EF4-FFF2-40B4-BE49-F238E27FC236}">
                <a16:creationId xmlns:a16="http://schemas.microsoft.com/office/drawing/2014/main" id="{DC2D0D50-67E3-4F36-B468-7911E277F4E1}"/>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568526" y="751490"/>
            <a:ext cx="7973813" cy="3972910"/>
          </a:xfrm>
          <a:prstGeom prst="rect">
            <a:avLst/>
          </a:prstGeom>
        </p:spPr>
      </p:pic>
      <p:sp>
        <p:nvSpPr>
          <p:cNvPr id="9" name="Slide Number Placeholder 5">
            <a:extLst>
              <a:ext uri="{FF2B5EF4-FFF2-40B4-BE49-F238E27FC236}">
                <a16:creationId xmlns:a16="http://schemas.microsoft.com/office/drawing/2014/main" id="{A3CB8DE1-4449-4EF9-9297-7B9F3166769A}"/>
              </a:ext>
            </a:extLst>
          </p:cNvPr>
          <p:cNvSpPr>
            <a:spLocks noGrp="1"/>
          </p:cNvSpPr>
          <p:nvPr>
            <p:ph type="sldNum" sz="quarter" idx="4"/>
          </p:nvPr>
        </p:nvSpPr>
        <p:spPr>
          <a:xfrm>
            <a:off x="8542339" y="4868937"/>
            <a:ext cx="277811" cy="108000"/>
          </a:xfrm>
          <a:prstGeom prst="rect">
            <a:avLst/>
          </a:prstGeom>
        </p:spPr>
        <p:txBody>
          <a:bodyPr vert="horz" lIns="0" tIns="0" rIns="0" bIns="0" rtlCol="0" anchor="ctr"/>
          <a:lstStyle>
            <a:lvl1pPr algn="r">
              <a:defRPr sz="600">
                <a:solidFill>
                  <a:schemeClr val="tx1">
                    <a:tint val="75000"/>
                  </a:schemeClr>
                </a:solidFill>
                <a:latin typeface="+mj-lt"/>
              </a:defRPr>
            </a:lvl1pPr>
          </a:lstStyle>
          <a:p>
            <a:fld id="{0AEF9A4B-07C9-404C-9053-A3A2AC3AD5D6}" type="slidenum">
              <a:rPr lang="en-GB" smtClean="0"/>
              <a:pPr/>
              <a:t>‹#›</a:t>
            </a:fld>
            <a:endParaRPr lang="en-GB" dirty="0"/>
          </a:p>
        </p:txBody>
      </p:sp>
      <p:sp>
        <p:nvSpPr>
          <p:cNvPr id="13" name="標題版面配置區 1"/>
          <p:cNvSpPr>
            <a:spLocks noGrp="1"/>
          </p:cNvSpPr>
          <p:nvPr>
            <p:ph type="title"/>
          </p:nvPr>
        </p:nvSpPr>
        <p:spPr>
          <a:xfrm>
            <a:off x="323850" y="177670"/>
            <a:ext cx="8218488" cy="720464"/>
          </a:xfrm>
          <a:prstGeom prst="rect">
            <a:avLst/>
          </a:prstGeom>
        </p:spPr>
        <p:txBody>
          <a:bodyPr vert="horz" lIns="91440" tIns="45720" rIns="91440" bIns="45720" rtlCol="0" anchor="ctr">
            <a:normAutofit/>
          </a:bodyPr>
          <a:lstStyle/>
          <a:p>
            <a:r>
              <a:rPr lang="zh-TW" altLang="en-US"/>
              <a:t>按一下以編輯母片標題樣式</a:t>
            </a:r>
            <a:endParaRPr lang="zh-TW" altLang="en-US" dirty="0"/>
          </a:p>
        </p:txBody>
      </p:sp>
    </p:spTree>
    <p:extLst>
      <p:ext uri="{BB962C8B-B14F-4D97-AF65-F5344CB8AC3E}">
        <p14:creationId xmlns:p14="http://schemas.microsoft.com/office/powerpoint/2010/main" val="10723492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Title+map">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A3CB8DE1-4449-4EF9-9297-7B9F3166769A}"/>
              </a:ext>
            </a:extLst>
          </p:cNvPr>
          <p:cNvSpPr>
            <a:spLocks noGrp="1"/>
          </p:cNvSpPr>
          <p:nvPr>
            <p:ph type="sldNum" sz="quarter" idx="4"/>
          </p:nvPr>
        </p:nvSpPr>
        <p:spPr>
          <a:xfrm>
            <a:off x="8542339" y="4868937"/>
            <a:ext cx="277811" cy="108000"/>
          </a:xfrm>
          <a:prstGeom prst="rect">
            <a:avLst/>
          </a:prstGeom>
        </p:spPr>
        <p:txBody>
          <a:bodyPr vert="horz" lIns="0" tIns="0" rIns="0" bIns="0" rtlCol="0" anchor="ctr"/>
          <a:lstStyle>
            <a:lvl1pPr algn="r">
              <a:defRPr sz="600">
                <a:solidFill>
                  <a:schemeClr val="tx1">
                    <a:tint val="75000"/>
                  </a:schemeClr>
                </a:solidFill>
                <a:latin typeface="+mj-lt"/>
              </a:defRPr>
            </a:lvl1pPr>
          </a:lstStyle>
          <a:p>
            <a:fld id="{0AEF9A4B-07C9-404C-9053-A3A2AC3AD5D6}" type="slidenum">
              <a:rPr lang="en-GB" smtClean="0"/>
              <a:pPr/>
              <a:t>‹#›</a:t>
            </a:fld>
            <a:endParaRPr lang="en-GB" dirty="0"/>
          </a:p>
        </p:txBody>
      </p:sp>
      <p:sp>
        <p:nvSpPr>
          <p:cNvPr id="12" name="文字版面配置區 18">
            <a:extLst>
              <a:ext uri="{FF2B5EF4-FFF2-40B4-BE49-F238E27FC236}">
                <a16:creationId xmlns:a16="http://schemas.microsoft.com/office/drawing/2014/main" id="{5EC7FBC4-8594-4342-90DE-025774DA1F55}"/>
              </a:ext>
            </a:extLst>
          </p:cNvPr>
          <p:cNvSpPr>
            <a:spLocks noGrp="1"/>
          </p:cNvSpPr>
          <p:nvPr>
            <p:ph type="body" sz="quarter" idx="15" hasCustomPrompt="1"/>
          </p:nvPr>
        </p:nvSpPr>
        <p:spPr>
          <a:xfrm>
            <a:off x="-1" y="1239586"/>
            <a:ext cx="3067032" cy="442859"/>
          </a:xfrm>
          <a:prstGeom prst="rect">
            <a:avLst/>
          </a:prstGeom>
          <a:solidFill>
            <a:srgbClr val="FFCA05"/>
          </a:solidFill>
        </p:spPr>
        <p:txBody>
          <a:bodyPr anchor="ctr"/>
          <a:lstStyle>
            <a:lvl1pPr marL="0" indent="0" algn="ctr">
              <a:buNone/>
              <a:defRPr sz="1600">
                <a:solidFill>
                  <a:schemeClr val="bg1"/>
                </a:solidFill>
                <a:latin typeface="+mj-lt"/>
                <a:cs typeface="Calibri Light" panose="020F0302020204030204" pitchFamily="34" charset="0"/>
              </a:defRPr>
            </a:lvl1pPr>
          </a:lstStyle>
          <a:p>
            <a:pPr lvl="0"/>
            <a:r>
              <a:rPr lang="en-US" altLang="zh-TW" dirty="0"/>
              <a:t>Body text/Calibri/16pts</a:t>
            </a:r>
            <a:endParaRPr lang="zh-TW" altLang="en-US" dirty="0"/>
          </a:p>
        </p:txBody>
      </p:sp>
      <p:sp>
        <p:nvSpPr>
          <p:cNvPr id="13" name="文字版面配置區 18">
            <a:extLst>
              <a:ext uri="{FF2B5EF4-FFF2-40B4-BE49-F238E27FC236}">
                <a16:creationId xmlns:a16="http://schemas.microsoft.com/office/drawing/2014/main" id="{E7D79B96-7A21-4C0C-B47D-23C03655A49D}"/>
              </a:ext>
            </a:extLst>
          </p:cNvPr>
          <p:cNvSpPr>
            <a:spLocks noGrp="1"/>
          </p:cNvSpPr>
          <p:nvPr>
            <p:ph type="body" sz="quarter" idx="17" hasCustomPrompt="1"/>
          </p:nvPr>
        </p:nvSpPr>
        <p:spPr>
          <a:xfrm>
            <a:off x="0" y="3774774"/>
            <a:ext cx="3038481" cy="820040"/>
          </a:xfrm>
          <a:prstGeom prst="rect">
            <a:avLst/>
          </a:prstGeom>
          <a:solidFill>
            <a:srgbClr val="FFCA05"/>
          </a:solidFill>
        </p:spPr>
        <p:txBody>
          <a:bodyPr anchor="ctr"/>
          <a:lstStyle>
            <a:lvl1pPr marL="0" indent="0" algn="ctr">
              <a:buNone/>
              <a:defRPr sz="1200">
                <a:solidFill>
                  <a:schemeClr val="bg1"/>
                </a:solidFill>
                <a:latin typeface="+mj-lt"/>
                <a:ea typeface="+mn-ea"/>
                <a:cs typeface="Calibri Light" panose="020F0302020204030204" pitchFamily="34" charset="0"/>
              </a:defRPr>
            </a:lvl1pPr>
          </a:lstStyle>
          <a:p>
            <a:pPr lvl="0"/>
            <a:r>
              <a:rPr lang="en-US" altLang="zh-TW" dirty="0"/>
              <a:t>Body text/Calibri/12pts</a:t>
            </a:r>
            <a:endParaRPr lang="zh-TW" altLang="en-US" dirty="0"/>
          </a:p>
        </p:txBody>
      </p:sp>
      <p:sp>
        <p:nvSpPr>
          <p:cNvPr id="14" name="圖片版面配置區 5">
            <a:extLst>
              <a:ext uri="{FF2B5EF4-FFF2-40B4-BE49-F238E27FC236}">
                <a16:creationId xmlns:a16="http://schemas.microsoft.com/office/drawing/2014/main" id="{FA7B9CDC-6840-44D5-B7F4-B7A5C7F1EC00}"/>
              </a:ext>
            </a:extLst>
          </p:cNvPr>
          <p:cNvSpPr>
            <a:spLocks noGrp="1"/>
          </p:cNvSpPr>
          <p:nvPr>
            <p:ph type="pic" sz="quarter" idx="18" hasCustomPrompt="1"/>
          </p:nvPr>
        </p:nvSpPr>
        <p:spPr>
          <a:xfrm>
            <a:off x="-1" y="1682444"/>
            <a:ext cx="3038482" cy="2092329"/>
          </a:xfrm>
          <a:prstGeom prst="rect">
            <a:avLst/>
          </a:prstGeom>
          <a:solidFill>
            <a:schemeClr val="bg1">
              <a:lumMod val="85000"/>
            </a:schemeClr>
          </a:solidFill>
        </p:spPr>
        <p:txBody>
          <a:bodyPr anchor="ctr"/>
          <a:lstStyle>
            <a:lvl1pPr marL="0" indent="0" algn="ctr">
              <a:buNone/>
              <a:defRPr sz="2000">
                <a:latin typeface="+mj-lt"/>
              </a:defRPr>
            </a:lvl1pPr>
          </a:lstStyle>
          <a:p>
            <a:r>
              <a:rPr lang="en-US" altLang="zh-TW" dirty="0"/>
              <a:t>images</a:t>
            </a:r>
            <a:endParaRPr lang="zh-TW" altLang="en-US" dirty="0"/>
          </a:p>
        </p:txBody>
      </p:sp>
      <p:sp>
        <p:nvSpPr>
          <p:cNvPr id="15" name="文字版面配置區 18">
            <a:extLst>
              <a:ext uri="{FF2B5EF4-FFF2-40B4-BE49-F238E27FC236}">
                <a16:creationId xmlns:a16="http://schemas.microsoft.com/office/drawing/2014/main" id="{266BDB66-2D52-4EC8-9493-68E1F60A8A43}"/>
              </a:ext>
            </a:extLst>
          </p:cNvPr>
          <p:cNvSpPr>
            <a:spLocks noGrp="1"/>
          </p:cNvSpPr>
          <p:nvPr>
            <p:ph type="body" sz="quarter" idx="19" hasCustomPrompt="1"/>
          </p:nvPr>
        </p:nvSpPr>
        <p:spPr>
          <a:xfrm>
            <a:off x="3038483" y="1239586"/>
            <a:ext cx="3067032" cy="442859"/>
          </a:xfrm>
          <a:prstGeom prst="rect">
            <a:avLst/>
          </a:prstGeom>
          <a:solidFill>
            <a:srgbClr val="69BE28"/>
          </a:solidFill>
        </p:spPr>
        <p:txBody>
          <a:bodyPr anchor="ctr"/>
          <a:lstStyle>
            <a:lvl1pPr marL="0" indent="0" algn="ctr">
              <a:buNone/>
              <a:defRPr sz="1600">
                <a:solidFill>
                  <a:schemeClr val="bg1"/>
                </a:solidFill>
                <a:latin typeface="+mj-lt"/>
                <a:cs typeface="Calibri Light" panose="020F0302020204030204" pitchFamily="34" charset="0"/>
              </a:defRPr>
            </a:lvl1pPr>
          </a:lstStyle>
          <a:p>
            <a:pPr lvl="0"/>
            <a:r>
              <a:rPr lang="en-US" altLang="zh-TW" dirty="0"/>
              <a:t>Body text/Calibri/16pts</a:t>
            </a:r>
            <a:endParaRPr lang="zh-TW" altLang="en-US" dirty="0"/>
          </a:p>
        </p:txBody>
      </p:sp>
      <p:sp>
        <p:nvSpPr>
          <p:cNvPr id="16" name="文字版面配置區 18">
            <a:extLst>
              <a:ext uri="{FF2B5EF4-FFF2-40B4-BE49-F238E27FC236}">
                <a16:creationId xmlns:a16="http://schemas.microsoft.com/office/drawing/2014/main" id="{3C31F96A-9B22-4F64-960B-01D384DE939C}"/>
              </a:ext>
            </a:extLst>
          </p:cNvPr>
          <p:cNvSpPr>
            <a:spLocks noGrp="1"/>
          </p:cNvSpPr>
          <p:nvPr>
            <p:ph type="body" sz="quarter" idx="20" hasCustomPrompt="1"/>
          </p:nvPr>
        </p:nvSpPr>
        <p:spPr>
          <a:xfrm>
            <a:off x="3038484" y="3770915"/>
            <a:ext cx="3038482" cy="820040"/>
          </a:xfrm>
          <a:prstGeom prst="rect">
            <a:avLst/>
          </a:prstGeom>
          <a:solidFill>
            <a:srgbClr val="69BE28"/>
          </a:solidFill>
        </p:spPr>
        <p:txBody>
          <a:bodyPr anchor="ctr"/>
          <a:lstStyle>
            <a:lvl1pPr marL="0" indent="0" algn="ctr">
              <a:buNone/>
              <a:defRPr sz="1200">
                <a:solidFill>
                  <a:schemeClr val="bg1"/>
                </a:solidFill>
                <a:latin typeface="+mj-lt"/>
                <a:ea typeface="+mn-ea"/>
                <a:cs typeface="Calibri Light" panose="020F0302020204030204" pitchFamily="34" charset="0"/>
              </a:defRPr>
            </a:lvl1pPr>
          </a:lstStyle>
          <a:p>
            <a:pPr lvl="0"/>
            <a:r>
              <a:rPr lang="en-US" altLang="zh-TW" dirty="0"/>
              <a:t>Body text/Calibri/12pts</a:t>
            </a:r>
            <a:endParaRPr lang="zh-TW" altLang="en-US" dirty="0"/>
          </a:p>
        </p:txBody>
      </p:sp>
      <p:sp>
        <p:nvSpPr>
          <p:cNvPr id="17" name="圖片版面配置區 5">
            <a:extLst>
              <a:ext uri="{FF2B5EF4-FFF2-40B4-BE49-F238E27FC236}">
                <a16:creationId xmlns:a16="http://schemas.microsoft.com/office/drawing/2014/main" id="{A298E8CE-357A-4140-B5E4-AD22FD39D943}"/>
              </a:ext>
            </a:extLst>
          </p:cNvPr>
          <p:cNvSpPr>
            <a:spLocks noGrp="1"/>
          </p:cNvSpPr>
          <p:nvPr>
            <p:ph type="pic" sz="quarter" idx="21" hasCustomPrompt="1"/>
          </p:nvPr>
        </p:nvSpPr>
        <p:spPr>
          <a:xfrm>
            <a:off x="3038483" y="1682444"/>
            <a:ext cx="3038483" cy="2092329"/>
          </a:xfrm>
          <a:prstGeom prst="rect">
            <a:avLst/>
          </a:prstGeom>
          <a:solidFill>
            <a:schemeClr val="bg1">
              <a:lumMod val="85000"/>
            </a:schemeClr>
          </a:solidFill>
        </p:spPr>
        <p:txBody>
          <a:bodyPr anchor="ctr"/>
          <a:lstStyle>
            <a:lvl1pPr marL="0" indent="0" algn="ctr">
              <a:buNone/>
              <a:defRPr sz="2000">
                <a:latin typeface="+mj-lt"/>
              </a:defRPr>
            </a:lvl1pPr>
          </a:lstStyle>
          <a:p>
            <a:r>
              <a:rPr lang="en-US" altLang="zh-TW" dirty="0"/>
              <a:t>images</a:t>
            </a:r>
            <a:endParaRPr lang="zh-TW" altLang="en-US" dirty="0"/>
          </a:p>
        </p:txBody>
      </p:sp>
      <p:sp>
        <p:nvSpPr>
          <p:cNvPr id="18" name="文字版面配置區 18">
            <a:extLst>
              <a:ext uri="{FF2B5EF4-FFF2-40B4-BE49-F238E27FC236}">
                <a16:creationId xmlns:a16="http://schemas.microsoft.com/office/drawing/2014/main" id="{33C4F6F6-31CE-4FD9-A3D7-A7D1D0FC0738}"/>
              </a:ext>
            </a:extLst>
          </p:cNvPr>
          <p:cNvSpPr>
            <a:spLocks noGrp="1"/>
          </p:cNvSpPr>
          <p:nvPr>
            <p:ph type="body" sz="quarter" idx="22" hasCustomPrompt="1"/>
          </p:nvPr>
        </p:nvSpPr>
        <p:spPr>
          <a:xfrm>
            <a:off x="6076968" y="1239586"/>
            <a:ext cx="3067032" cy="442859"/>
          </a:xfrm>
          <a:prstGeom prst="rect">
            <a:avLst/>
          </a:prstGeom>
          <a:solidFill>
            <a:schemeClr val="accent3"/>
          </a:solidFill>
        </p:spPr>
        <p:txBody>
          <a:bodyPr anchor="ctr"/>
          <a:lstStyle>
            <a:lvl1pPr marL="0" indent="0" algn="ctr">
              <a:buNone/>
              <a:defRPr sz="1600">
                <a:solidFill>
                  <a:schemeClr val="bg1"/>
                </a:solidFill>
                <a:latin typeface="+mj-lt"/>
                <a:cs typeface="Calibri Light" panose="020F0302020204030204" pitchFamily="34" charset="0"/>
              </a:defRPr>
            </a:lvl1pPr>
          </a:lstStyle>
          <a:p>
            <a:pPr lvl="0"/>
            <a:r>
              <a:rPr lang="en-US" altLang="zh-TW" dirty="0"/>
              <a:t>Body text/Calibri/16pts</a:t>
            </a:r>
            <a:endParaRPr lang="zh-TW" altLang="en-US" dirty="0"/>
          </a:p>
        </p:txBody>
      </p:sp>
      <p:sp>
        <p:nvSpPr>
          <p:cNvPr id="19" name="文字版面配置區 18">
            <a:extLst>
              <a:ext uri="{FF2B5EF4-FFF2-40B4-BE49-F238E27FC236}">
                <a16:creationId xmlns:a16="http://schemas.microsoft.com/office/drawing/2014/main" id="{0BEF69B6-881A-4FBB-BBB0-3A32C94FE729}"/>
              </a:ext>
            </a:extLst>
          </p:cNvPr>
          <p:cNvSpPr>
            <a:spLocks noGrp="1"/>
          </p:cNvSpPr>
          <p:nvPr>
            <p:ph type="body" sz="quarter" idx="23" hasCustomPrompt="1"/>
          </p:nvPr>
        </p:nvSpPr>
        <p:spPr>
          <a:xfrm>
            <a:off x="6076969" y="3770915"/>
            <a:ext cx="3067032" cy="820040"/>
          </a:xfrm>
          <a:prstGeom prst="rect">
            <a:avLst/>
          </a:prstGeom>
          <a:solidFill>
            <a:schemeClr val="accent3"/>
          </a:solidFill>
        </p:spPr>
        <p:txBody>
          <a:bodyPr anchor="ctr"/>
          <a:lstStyle>
            <a:lvl1pPr marL="0" indent="0" algn="ctr">
              <a:buNone/>
              <a:defRPr sz="1200">
                <a:solidFill>
                  <a:schemeClr val="bg1"/>
                </a:solidFill>
                <a:latin typeface="+mj-lt"/>
                <a:ea typeface="+mn-ea"/>
                <a:cs typeface="Calibri Light" panose="020F0302020204030204" pitchFamily="34" charset="0"/>
              </a:defRPr>
            </a:lvl1pPr>
          </a:lstStyle>
          <a:p>
            <a:pPr lvl="0"/>
            <a:r>
              <a:rPr lang="en-US" altLang="zh-TW" dirty="0"/>
              <a:t>Body text/Calibri/12pts</a:t>
            </a:r>
            <a:endParaRPr lang="zh-TW" altLang="en-US" dirty="0"/>
          </a:p>
        </p:txBody>
      </p:sp>
      <p:sp>
        <p:nvSpPr>
          <p:cNvPr id="20" name="圖片版面配置區 5">
            <a:extLst>
              <a:ext uri="{FF2B5EF4-FFF2-40B4-BE49-F238E27FC236}">
                <a16:creationId xmlns:a16="http://schemas.microsoft.com/office/drawing/2014/main" id="{2B47372B-F0BA-4731-9A36-256296AEF419}"/>
              </a:ext>
            </a:extLst>
          </p:cNvPr>
          <p:cNvSpPr>
            <a:spLocks noGrp="1"/>
          </p:cNvSpPr>
          <p:nvPr>
            <p:ph type="pic" sz="quarter" idx="24" hasCustomPrompt="1"/>
          </p:nvPr>
        </p:nvSpPr>
        <p:spPr>
          <a:xfrm>
            <a:off x="6076968" y="1682444"/>
            <a:ext cx="3067031" cy="2092329"/>
          </a:xfrm>
          <a:prstGeom prst="rect">
            <a:avLst/>
          </a:prstGeom>
          <a:solidFill>
            <a:schemeClr val="bg1">
              <a:lumMod val="85000"/>
            </a:schemeClr>
          </a:solidFill>
        </p:spPr>
        <p:txBody>
          <a:bodyPr anchor="ctr"/>
          <a:lstStyle>
            <a:lvl1pPr marL="0" indent="0" algn="ctr">
              <a:buNone/>
              <a:defRPr sz="2000">
                <a:latin typeface="+mj-lt"/>
              </a:defRPr>
            </a:lvl1pPr>
          </a:lstStyle>
          <a:p>
            <a:r>
              <a:rPr lang="en-US" altLang="zh-TW" dirty="0"/>
              <a:t>images</a:t>
            </a:r>
            <a:endParaRPr lang="zh-TW" altLang="en-US" dirty="0"/>
          </a:p>
        </p:txBody>
      </p:sp>
      <p:sp>
        <p:nvSpPr>
          <p:cNvPr id="22" name="標題版面配置區 1"/>
          <p:cNvSpPr>
            <a:spLocks noGrp="1"/>
          </p:cNvSpPr>
          <p:nvPr>
            <p:ph type="title"/>
          </p:nvPr>
        </p:nvSpPr>
        <p:spPr>
          <a:xfrm>
            <a:off x="323850" y="177670"/>
            <a:ext cx="8218488" cy="720464"/>
          </a:xfrm>
          <a:prstGeom prst="rect">
            <a:avLst/>
          </a:prstGeom>
        </p:spPr>
        <p:txBody>
          <a:bodyPr vert="horz" lIns="91440" tIns="45720" rIns="91440" bIns="45720" rtlCol="0" anchor="ctr">
            <a:normAutofit/>
          </a:bodyPr>
          <a:lstStyle/>
          <a:p>
            <a:r>
              <a:rPr lang="zh-TW" altLang="en-US"/>
              <a:t>按一下以編輯母片標題樣式</a:t>
            </a:r>
            <a:endParaRPr lang="zh-TW" altLang="en-US" dirty="0"/>
          </a:p>
        </p:txBody>
      </p:sp>
    </p:spTree>
    <p:extLst>
      <p:ext uri="{BB962C8B-B14F-4D97-AF65-F5344CB8AC3E}">
        <p14:creationId xmlns:p14="http://schemas.microsoft.com/office/powerpoint/2010/main" val="18176351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Title+map">
    <p:spTree>
      <p:nvGrpSpPr>
        <p:cNvPr id="1" name=""/>
        <p:cNvGrpSpPr/>
        <p:nvPr/>
      </p:nvGrpSpPr>
      <p:grpSpPr>
        <a:xfrm>
          <a:off x="0" y="0"/>
          <a:ext cx="0" cy="0"/>
          <a:chOff x="0" y="0"/>
          <a:chExt cx="0" cy="0"/>
        </a:xfrm>
      </p:grpSpPr>
      <p:sp>
        <p:nvSpPr>
          <p:cNvPr id="21" name="圖片版面配置區 5">
            <a:extLst>
              <a:ext uri="{FF2B5EF4-FFF2-40B4-BE49-F238E27FC236}">
                <a16:creationId xmlns:a16="http://schemas.microsoft.com/office/drawing/2014/main" id="{AB03D790-2F34-40F2-BD7D-3FFB88E5F7EF}"/>
              </a:ext>
            </a:extLst>
          </p:cNvPr>
          <p:cNvSpPr>
            <a:spLocks noGrp="1"/>
          </p:cNvSpPr>
          <p:nvPr>
            <p:ph type="pic" sz="quarter" idx="15" hasCustomPrompt="1"/>
          </p:nvPr>
        </p:nvSpPr>
        <p:spPr>
          <a:xfrm>
            <a:off x="0" y="1273722"/>
            <a:ext cx="9144001" cy="3408367"/>
          </a:xfrm>
          <a:prstGeom prst="rect">
            <a:avLst/>
          </a:prstGeom>
          <a:solidFill>
            <a:schemeClr val="bg1">
              <a:lumMod val="85000"/>
            </a:schemeClr>
          </a:solidFill>
        </p:spPr>
        <p:txBody>
          <a:bodyPr anchor="ctr"/>
          <a:lstStyle>
            <a:lvl1pPr marL="0" indent="0" algn="ctr">
              <a:buNone/>
              <a:defRPr sz="2000">
                <a:latin typeface="+mj-lt"/>
              </a:defRPr>
            </a:lvl1pPr>
          </a:lstStyle>
          <a:p>
            <a:r>
              <a:rPr lang="en-US" altLang="zh-TW" dirty="0"/>
              <a:t>images</a:t>
            </a:r>
            <a:endParaRPr lang="zh-TW" altLang="en-US" dirty="0"/>
          </a:p>
        </p:txBody>
      </p:sp>
      <p:sp>
        <p:nvSpPr>
          <p:cNvPr id="22" name="Slide Number Placeholder 5">
            <a:extLst>
              <a:ext uri="{FF2B5EF4-FFF2-40B4-BE49-F238E27FC236}">
                <a16:creationId xmlns:a16="http://schemas.microsoft.com/office/drawing/2014/main" id="{ABE3C7CC-BFCC-4188-95AF-7C83305BB32B}"/>
              </a:ext>
            </a:extLst>
          </p:cNvPr>
          <p:cNvSpPr txBox="1">
            <a:spLocks/>
          </p:cNvSpPr>
          <p:nvPr userDrawn="1"/>
        </p:nvSpPr>
        <p:spPr>
          <a:xfrm>
            <a:off x="8542339" y="4863742"/>
            <a:ext cx="277811" cy="108000"/>
          </a:xfrm>
          <a:prstGeom prst="rect">
            <a:avLst/>
          </a:prstGeom>
        </p:spPr>
        <p:txBody>
          <a:bodyPr vert="horz" lIns="0" tIns="0" rIns="0" bIns="0" rtlCol="0" anchor="ctr"/>
          <a:lstStyle>
            <a:defPPr>
              <a:defRPr lang="en-US"/>
            </a:defPPr>
            <a:lvl1pPr marL="0" algn="r" defTabSz="914400" rtl="0" eaLnBrk="1" latinLnBrk="0" hangingPunct="1">
              <a:defRPr sz="1000" kern="1200">
                <a:solidFill>
                  <a:schemeClr val="tx1">
                    <a:tint val="75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AEF9A4B-07C9-404C-9053-A3A2AC3AD5D6}" type="slidenum">
              <a:rPr lang="en-GB" sz="600" smtClean="0"/>
              <a:pPr/>
              <a:t>‹#›</a:t>
            </a:fld>
            <a:endParaRPr lang="en-GB" sz="600" dirty="0"/>
          </a:p>
        </p:txBody>
      </p:sp>
      <p:sp>
        <p:nvSpPr>
          <p:cNvPr id="13" name="標題版面配置區 1"/>
          <p:cNvSpPr>
            <a:spLocks noGrp="1"/>
          </p:cNvSpPr>
          <p:nvPr>
            <p:ph type="title"/>
          </p:nvPr>
        </p:nvSpPr>
        <p:spPr>
          <a:xfrm>
            <a:off x="323850" y="177670"/>
            <a:ext cx="8218488" cy="720464"/>
          </a:xfrm>
          <a:prstGeom prst="rect">
            <a:avLst/>
          </a:prstGeom>
        </p:spPr>
        <p:txBody>
          <a:bodyPr vert="horz" lIns="91440" tIns="45720" rIns="91440" bIns="45720" rtlCol="0" anchor="ctr">
            <a:normAutofit/>
          </a:bodyPr>
          <a:lstStyle/>
          <a:p>
            <a:r>
              <a:rPr lang="zh-TW" altLang="en-US"/>
              <a:t>按一下以編輯母片標題樣式</a:t>
            </a:r>
            <a:endParaRPr lang="zh-TW" altLang="en-US" dirty="0"/>
          </a:p>
        </p:txBody>
      </p:sp>
    </p:spTree>
    <p:extLst>
      <p:ext uri="{BB962C8B-B14F-4D97-AF65-F5344CB8AC3E}">
        <p14:creationId xmlns:p14="http://schemas.microsoft.com/office/powerpoint/2010/main" val="37518290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Content+Media_4">
    <p:spTree>
      <p:nvGrpSpPr>
        <p:cNvPr id="1" name=""/>
        <p:cNvGrpSpPr/>
        <p:nvPr/>
      </p:nvGrpSpPr>
      <p:grpSpPr>
        <a:xfrm>
          <a:off x="0" y="0"/>
          <a:ext cx="0" cy="0"/>
          <a:chOff x="0" y="0"/>
          <a:chExt cx="0" cy="0"/>
        </a:xfrm>
      </p:grpSpPr>
      <p:sp>
        <p:nvSpPr>
          <p:cNvPr id="6" name="文字版面配置區 18">
            <a:extLst>
              <a:ext uri="{FF2B5EF4-FFF2-40B4-BE49-F238E27FC236}">
                <a16:creationId xmlns:a16="http://schemas.microsoft.com/office/drawing/2014/main" id="{94F6F4E3-E8D1-4DC2-B0CA-56809F531971}"/>
              </a:ext>
            </a:extLst>
          </p:cNvPr>
          <p:cNvSpPr>
            <a:spLocks noGrp="1"/>
          </p:cNvSpPr>
          <p:nvPr>
            <p:ph type="body" sz="quarter" idx="15" hasCustomPrompt="1"/>
          </p:nvPr>
        </p:nvSpPr>
        <p:spPr>
          <a:xfrm>
            <a:off x="-1" y="1239586"/>
            <a:ext cx="2284770" cy="442859"/>
          </a:xfrm>
          <a:prstGeom prst="rect">
            <a:avLst/>
          </a:prstGeom>
          <a:solidFill>
            <a:srgbClr val="FFCA05"/>
          </a:solidFill>
        </p:spPr>
        <p:txBody>
          <a:bodyPr anchor="ctr"/>
          <a:lstStyle>
            <a:lvl1pPr marL="0" indent="0" algn="ctr">
              <a:buNone/>
              <a:defRPr sz="1600" b="1">
                <a:solidFill>
                  <a:schemeClr val="bg1"/>
                </a:solidFill>
                <a:latin typeface="Calibri" panose="020F0502020204030204" pitchFamily="34" charset="0"/>
                <a:ea typeface="Microsoft YaHei" panose="020B0503020204020204" pitchFamily="34" charset="-122"/>
              </a:defRPr>
            </a:lvl1pPr>
          </a:lstStyle>
          <a:p>
            <a:pPr lvl="0"/>
            <a:r>
              <a:rPr lang="en-US" altLang="zh-TW" dirty="0"/>
              <a:t>Body text/Calibri/16pts</a:t>
            </a:r>
          </a:p>
        </p:txBody>
      </p:sp>
      <p:sp>
        <p:nvSpPr>
          <p:cNvPr id="7" name="文字版面配置區 18">
            <a:extLst>
              <a:ext uri="{FF2B5EF4-FFF2-40B4-BE49-F238E27FC236}">
                <a16:creationId xmlns:a16="http://schemas.microsoft.com/office/drawing/2014/main" id="{E6608BD1-147C-46FB-9D31-B120B8336A37}"/>
              </a:ext>
            </a:extLst>
          </p:cNvPr>
          <p:cNvSpPr>
            <a:spLocks noGrp="1"/>
          </p:cNvSpPr>
          <p:nvPr>
            <p:ph type="body" sz="quarter" idx="17" hasCustomPrompt="1"/>
          </p:nvPr>
        </p:nvSpPr>
        <p:spPr>
          <a:xfrm>
            <a:off x="0" y="3770915"/>
            <a:ext cx="2291624" cy="820040"/>
          </a:xfrm>
          <a:prstGeom prst="rect">
            <a:avLst/>
          </a:prstGeom>
          <a:solidFill>
            <a:srgbClr val="FFCA05"/>
          </a:solidFill>
        </p:spPr>
        <p:txBody>
          <a:bodyPr anchor="ctr"/>
          <a:lstStyle>
            <a:lvl1pPr marL="0" indent="0" algn="ctr">
              <a:buNone/>
              <a:defRPr sz="1200">
                <a:solidFill>
                  <a:schemeClr val="bg1"/>
                </a:solidFill>
                <a:latin typeface="Calibri" panose="020F0502020204030204" pitchFamily="34" charset="0"/>
                <a:ea typeface="Microsoft YaHei" panose="020B0503020204020204" pitchFamily="34" charset="-122"/>
              </a:defRPr>
            </a:lvl1pPr>
          </a:lstStyle>
          <a:p>
            <a:pPr lvl="0"/>
            <a:r>
              <a:rPr lang="en-US" altLang="zh-TW" dirty="0"/>
              <a:t>Body text/Calibri/12pts</a:t>
            </a:r>
          </a:p>
        </p:txBody>
      </p:sp>
      <p:sp>
        <p:nvSpPr>
          <p:cNvPr id="8" name="圖片版面配置區 5">
            <a:extLst>
              <a:ext uri="{FF2B5EF4-FFF2-40B4-BE49-F238E27FC236}">
                <a16:creationId xmlns:a16="http://schemas.microsoft.com/office/drawing/2014/main" id="{746E0EF0-E653-4F9A-A28C-A9866E6936CF}"/>
              </a:ext>
            </a:extLst>
          </p:cNvPr>
          <p:cNvSpPr>
            <a:spLocks noGrp="1"/>
          </p:cNvSpPr>
          <p:nvPr>
            <p:ph type="pic" sz="quarter" idx="18" hasCustomPrompt="1"/>
          </p:nvPr>
        </p:nvSpPr>
        <p:spPr>
          <a:xfrm>
            <a:off x="-2" y="1682445"/>
            <a:ext cx="2286000" cy="2088470"/>
          </a:xfrm>
          <a:prstGeom prst="rect">
            <a:avLst/>
          </a:prstGeom>
          <a:solidFill>
            <a:schemeClr val="bg1">
              <a:lumMod val="85000"/>
            </a:schemeClr>
          </a:solidFill>
        </p:spPr>
        <p:txBody>
          <a:bodyPr anchor="ctr"/>
          <a:lstStyle>
            <a:lvl1pPr marL="0" indent="0" algn="ctr">
              <a:buNone/>
              <a:defRPr sz="2000">
                <a:latin typeface="Calibri" panose="020F0502020204030204" pitchFamily="34" charset="0"/>
                <a:ea typeface="Microsoft YaHei" panose="020B0503020204020204" pitchFamily="34" charset="-122"/>
              </a:defRPr>
            </a:lvl1pPr>
          </a:lstStyle>
          <a:p>
            <a:r>
              <a:rPr lang="en-US" altLang="zh-TW" dirty="0"/>
              <a:t>images</a:t>
            </a:r>
            <a:endParaRPr lang="zh-TW" altLang="en-US" dirty="0"/>
          </a:p>
        </p:txBody>
      </p:sp>
      <p:sp>
        <p:nvSpPr>
          <p:cNvPr id="9" name="文字版面配置區 18">
            <a:extLst>
              <a:ext uri="{FF2B5EF4-FFF2-40B4-BE49-F238E27FC236}">
                <a16:creationId xmlns:a16="http://schemas.microsoft.com/office/drawing/2014/main" id="{A8EB9369-73F7-40EF-926B-8E8F9DCA2A37}"/>
              </a:ext>
            </a:extLst>
          </p:cNvPr>
          <p:cNvSpPr>
            <a:spLocks noGrp="1"/>
          </p:cNvSpPr>
          <p:nvPr>
            <p:ph type="body" sz="quarter" idx="19" hasCustomPrompt="1"/>
          </p:nvPr>
        </p:nvSpPr>
        <p:spPr>
          <a:xfrm>
            <a:off x="2286314" y="1239586"/>
            <a:ext cx="2291419" cy="442859"/>
          </a:xfrm>
          <a:prstGeom prst="rect">
            <a:avLst/>
          </a:prstGeom>
          <a:solidFill>
            <a:srgbClr val="69BE28"/>
          </a:solidFill>
        </p:spPr>
        <p:txBody>
          <a:bodyPr anchor="ctr"/>
          <a:lstStyle>
            <a:lvl1pPr marL="0" marR="0" indent="0" algn="ctr" defTabSz="914400" rtl="0" eaLnBrk="1" fontAlgn="auto" latinLnBrk="0" hangingPunct="1">
              <a:lnSpc>
                <a:spcPct val="90000"/>
              </a:lnSpc>
              <a:spcBef>
                <a:spcPts val="1200"/>
              </a:spcBef>
              <a:spcAft>
                <a:spcPts val="0"/>
              </a:spcAft>
              <a:buClrTx/>
              <a:buSzTx/>
              <a:buFont typeface="Arial" panose="020B0604020202020204" pitchFamily="34" charset="0"/>
              <a:buNone/>
              <a:tabLst/>
              <a:defRPr sz="1600" b="1">
                <a:solidFill>
                  <a:schemeClr val="bg1"/>
                </a:solidFill>
                <a:latin typeface="Calibri" panose="020F0502020204030204" pitchFamily="34" charset="0"/>
                <a:ea typeface="Microsoft YaHei" panose="020B0503020204020204" pitchFamily="34" charset="-122"/>
              </a:defRPr>
            </a:lvl1pPr>
          </a:lstStyle>
          <a:p>
            <a:pPr marL="0" marR="0" lvl="0" indent="0" algn="ctr" defTabSz="914400" rtl="0" eaLnBrk="1" fontAlgn="auto" latinLnBrk="0" hangingPunct="1">
              <a:lnSpc>
                <a:spcPct val="90000"/>
              </a:lnSpc>
              <a:spcBef>
                <a:spcPts val="1200"/>
              </a:spcBef>
              <a:spcAft>
                <a:spcPts val="0"/>
              </a:spcAft>
              <a:buClrTx/>
              <a:buSzTx/>
              <a:buFont typeface="Arial" panose="020B0604020202020204" pitchFamily="34" charset="0"/>
              <a:buNone/>
              <a:tabLst/>
              <a:defRPr/>
            </a:pPr>
            <a:r>
              <a:rPr lang="en-US" altLang="zh-TW" dirty="0"/>
              <a:t>Body text/Calibri/16pts</a:t>
            </a:r>
          </a:p>
        </p:txBody>
      </p:sp>
      <p:sp>
        <p:nvSpPr>
          <p:cNvPr id="10" name="文字版面配置區 18">
            <a:extLst>
              <a:ext uri="{FF2B5EF4-FFF2-40B4-BE49-F238E27FC236}">
                <a16:creationId xmlns:a16="http://schemas.microsoft.com/office/drawing/2014/main" id="{A4EB6D35-3FED-4EA7-812B-8D9A1B299B49}"/>
              </a:ext>
            </a:extLst>
          </p:cNvPr>
          <p:cNvSpPr>
            <a:spLocks noGrp="1"/>
          </p:cNvSpPr>
          <p:nvPr>
            <p:ph type="body" sz="quarter" idx="20" hasCustomPrompt="1"/>
          </p:nvPr>
        </p:nvSpPr>
        <p:spPr>
          <a:xfrm>
            <a:off x="2286314" y="3770915"/>
            <a:ext cx="2293200" cy="820040"/>
          </a:xfrm>
          <a:prstGeom prst="rect">
            <a:avLst/>
          </a:prstGeom>
          <a:solidFill>
            <a:srgbClr val="69BE28"/>
          </a:solidFill>
        </p:spPr>
        <p:txBody>
          <a:bodyPr anchor="ctr"/>
          <a:lstStyle>
            <a:lvl1pPr marL="0" indent="0" algn="ctr">
              <a:buNone/>
              <a:defRPr sz="1200">
                <a:solidFill>
                  <a:schemeClr val="bg1"/>
                </a:solidFill>
                <a:latin typeface="Calibri" panose="020F0502020204030204" pitchFamily="34" charset="0"/>
                <a:ea typeface="Microsoft YaHei" panose="020B0503020204020204" pitchFamily="34" charset="-122"/>
              </a:defRPr>
            </a:lvl1pPr>
          </a:lstStyle>
          <a:p>
            <a:pPr lvl="0"/>
            <a:r>
              <a:rPr lang="en-US" altLang="zh-TW" dirty="0"/>
              <a:t>Body text/Calibri/12pts</a:t>
            </a:r>
          </a:p>
        </p:txBody>
      </p:sp>
      <p:sp>
        <p:nvSpPr>
          <p:cNvPr id="11" name="圖片版面配置區 5">
            <a:extLst>
              <a:ext uri="{FF2B5EF4-FFF2-40B4-BE49-F238E27FC236}">
                <a16:creationId xmlns:a16="http://schemas.microsoft.com/office/drawing/2014/main" id="{341012BD-8152-49EB-B750-8ED9203DC7A7}"/>
              </a:ext>
            </a:extLst>
          </p:cNvPr>
          <p:cNvSpPr>
            <a:spLocks noGrp="1"/>
          </p:cNvSpPr>
          <p:nvPr>
            <p:ph type="pic" sz="quarter" idx="21" hasCustomPrompt="1"/>
          </p:nvPr>
        </p:nvSpPr>
        <p:spPr>
          <a:xfrm>
            <a:off x="2286314" y="1682445"/>
            <a:ext cx="2293200" cy="2088470"/>
          </a:xfrm>
          <a:prstGeom prst="rect">
            <a:avLst/>
          </a:prstGeom>
          <a:solidFill>
            <a:schemeClr val="bg1">
              <a:lumMod val="85000"/>
            </a:schemeClr>
          </a:solidFill>
        </p:spPr>
        <p:txBody>
          <a:bodyPr anchor="ctr"/>
          <a:lstStyle>
            <a:lvl1pPr marL="0" indent="0" algn="ctr">
              <a:buNone/>
              <a:defRPr sz="2000">
                <a:latin typeface="Calibri" panose="020F0502020204030204" pitchFamily="34" charset="0"/>
                <a:ea typeface="Microsoft YaHei" panose="020B0503020204020204" pitchFamily="34" charset="-122"/>
              </a:defRPr>
            </a:lvl1pPr>
          </a:lstStyle>
          <a:p>
            <a:r>
              <a:rPr lang="en-US" altLang="zh-TW" dirty="0"/>
              <a:t>images</a:t>
            </a:r>
            <a:endParaRPr lang="zh-TW" altLang="en-US" dirty="0"/>
          </a:p>
        </p:txBody>
      </p:sp>
      <p:sp>
        <p:nvSpPr>
          <p:cNvPr id="12" name="文字版面配置區 18">
            <a:extLst>
              <a:ext uri="{FF2B5EF4-FFF2-40B4-BE49-F238E27FC236}">
                <a16:creationId xmlns:a16="http://schemas.microsoft.com/office/drawing/2014/main" id="{2A945E46-21BF-4204-B82A-311E0C5989B3}"/>
              </a:ext>
            </a:extLst>
          </p:cNvPr>
          <p:cNvSpPr>
            <a:spLocks noGrp="1"/>
          </p:cNvSpPr>
          <p:nvPr>
            <p:ph type="body" sz="quarter" idx="22" hasCustomPrompt="1"/>
          </p:nvPr>
        </p:nvSpPr>
        <p:spPr>
          <a:xfrm>
            <a:off x="4574744" y="1239586"/>
            <a:ext cx="2288055" cy="442859"/>
          </a:xfrm>
          <a:prstGeom prst="rect">
            <a:avLst/>
          </a:prstGeom>
          <a:solidFill>
            <a:schemeClr val="accent3"/>
          </a:solidFill>
        </p:spPr>
        <p:txBody>
          <a:bodyPr anchor="ctr"/>
          <a:lstStyle>
            <a:lvl1pPr marL="0" indent="0" algn="ctr">
              <a:buNone/>
              <a:defRPr sz="1600" b="1">
                <a:solidFill>
                  <a:schemeClr val="bg1"/>
                </a:solidFill>
                <a:latin typeface="Calibri" panose="020F0502020204030204" pitchFamily="34" charset="0"/>
                <a:ea typeface="Microsoft YaHei" panose="020B0503020204020204" pitchFamily="34" charset="-122"/>
              </a:defRPr>
            </a:lvl1pPr>
          </a:lstStyle>
          <a:p>
            <a:pPr lvl="0"/>
            <a:r>
              <a:rPr lang="en-US" altLang="zh-TW" dirty="0"/>
              <a:t>Body text/Calibri/16pts</a:t>
            </a:r>
          </a:p>
        </p:txBody>
      </p:sp>
      <p:sp>
        <p:nvSpPr>
          <p:cNvPr id="13" name="文字版面配置區 18">
            <a:extLst>
              <a:ext uri="{FF2B5EF4-FFF2-40B4-BE49-F238E27FC236}">
                <a16:creationId xmlns:a16="http://schemas.microsoft.com/office/drawing/2014/main" id="{B15D2412-C687-405A-87B5-0966A0787007}"/>
              </a:ext>
            </a:extLst>
          </p:cNvPr>
          <p:cNvSpPr>
            <a:spLocks noGrp="1"/>
          </p:cNvSpPr>
          <p:nvPr>
            <p:ph type="body" sz="quarter" idx="23" hasCustomPrompt="1"/>
          </p:nvPr>
        </p:nvSpPr>
        <p:spPr>
          <a:xfrm>
            <a:off x="4574744" y="3770915"/>
            <a:ext cx="2289600" cy="820040"/>
          </a:xfrm>
          <a:prstGeom prst="rect">
            <a:avLst/>
          </a:prstGeom>
          <a:solidFill>
            <a:schemeClr val="accent3"/>
          </a:solidFill>
        </p:spPr>
        <p:txBody>
          <a:bodyPr anchor="ctr"/>
          <a:lstStyle>
            <a:lvl1pPr marL="0" indent="0" algn="ctr">
              <a:buNone/>
              <a:defRPr sz="1200">
                <a:solidFill>
                  <a:schemeClr val="bg1"/>
                </a:solidFill>
                <a:latin typeface="Calibri" panose="020F0502020204030204" pitchFamily="34" charset="0"/>
                <a:ea typeface="Microsoft YaHei" panose="020B0503020204020204" pitchFamily="34" charset="-122"/>
              </a:defRPr>
            </a:lvl1pPr>
          </a:lstStyle>
          <a:p>
            <a:pPr lvl="0"/>
            <a:r>
              <a:rPr lang="en-US" altLang="zh-TW" dirty="0"/>
              <a:t>Body text/Calibri/12pts</a:t>
            </a:r>
          </a:p>
        </p:txBody>
      </p:sp>
      <p:sp>
        <p:nvSpPr>
          <p:cNvPr id="20" name="圖片版面配置區 5">
            <a:extLst>
              <a:ext uri="{FF2B5EF4-FFF2-40B4-BE49-F238E27FC236}">
                <a16:creationId xmlns:a16="http://schemas.microsoft.com/office/drawing/2014/main" id="{5D451D69-658C-4F56-915A-B2DDF385F574}"/>
              </a:ext>
            </a:extLst>
          </p:cNvPr>
          <p:cNvSpPr>
            <a:spLocks noGrp="1"/>
          </p:cNvSpPr>
          <p:nvPr>
            <p:ph type="pic" sz="quarter" idx="26" hasCustomPrompt="1"/>
          </p:nvPr>
        </p:nvSpPr>
        <p:spPr>
          <a:xfrm>
            <a:off x="4574744" y="1682443"/>
            <a:ext cx="2289600" cy="2088470"/>
          </a:xfrm>
          <a:prstGeom prst="rect">
            <a:avLst/>
          </a:prstGeom>
          <a:solidFill>
            <a:schemeClr val="bg1">
              <a:lumMod val="85000"/>
            </a:schemeClr>
          </a:solidFill>
        </p:spPr>
        <p:txBody>
          <a:bodyPr anchor="ctr"/>
          <a:lstStyle>
            <a:lvl1pPr marL="0" indent="0" algn="ctr">
              <a:buNone/>
              <a:defRPr sz="2000">
                <a:latin typeface="Calibri" panose="020F0502020204030204" pitchFamily="34" charset="0"/>
                <a:ea typeface="Microsoft YaHei" panose="020B0503020204020204" pitchFamily="34" charset="-122"/>
              </a:defRPr>
            </a:lvl1pPr>
          </a:lstStyle>
          <a:p>
            <a:r>
              <a:rPr lang="en-US" altLang="zh-TW" dirty="0"/>
              <a:t>images</a:t>
            </a:r>
            <a:endParaRPr lang="zh-TW" altLang="en-US" dirty="0"/>
          </a:p>
        </p:txBody>
      </p:sp>
      <p:sp>
        <p:nvSpPr>
          <p:cNvPr id="19" name="文字版面配置區 18">
            <a:extLst>
              <a:ext uri="{FF2B5EF4-FFF2-40B4-BE49-F238E27FC236}">
                <a16:creationId xmlns:a16="http://schemas.microsoft.com/office/drawing/2014/main" id="{2664A5B3-17FB-451A-82B2-8B5845DFCE9E}"/>
              </a:ext>
            </a:extLst>
          </p:cNvPr>
          <p:cNvSpPr>
            <a:spLocks noGrp="1"/>
          </p:cNvSpPr>
          <p:nvPr>
            <p:ph type="body" sz="quarter" idx="25" hasCustomPrompt="1"/>
          </p:nvPr>
        </p:nvSpPr>
        <p:spPr>
          <a:xfrm>
            <a:off x="6855944" y="1239585"/>
            <a:ext cx="2288055" cy="442859"/>
          </a:xfrm>
          <a:prstGeom prst="rect">
            <a:avLst/>
          </a:prstGeom>
          <a:solidFill>
            <a:srgbClr val="E11E3C"/>
          </a:solidFill>
        </p:spPr>
        <p:txBody>
          <a:bodyPr anchor="ctr"/>
          <a:lstStyle>
            <a:lvl1pPr marL="0" marR="0" indent="0" algn="ctr" defTabSz="914400" rtl="0" eaLnBrk="1" fontAlgn="auto" latinLnBrk="0" hangingPunct="1">
              <a:lnSpc>
                <a:spcPct val="90000"/>
              </a:lnSpc>
              <a:spcBef>
                <a:spcPts val="1200"/>
              </a:spcBef>
              <a:spcAft>
                <a:spcPts val="0"/>
              </a:spcAft>
              <a:buClrTx/>
              <a:buSzTx/>
              <a:buFont typeface="Arial" panose="020B0604020202020204" pitchFamily="34" charset="0"/>
              <a:buNone/>
              <a:tabLst/>
              <a:defRPr sz="1600" b="1">
                <a:solidFill>
                  <a:schemeClr val="bg1"/>
                </a:solidFill>
                <a:latin typeface="Calibri" panose="020F0502020204030204" pitchFamily="34" charset="0"/>
                <a:ea typeface="Microsoft YaHei" panose="020B0503020204020204" pitchFamily="34" charset="-122"/>
              </a:defRPr>
            </a:lvl1pPr>
          </a:lstStyle>
          <a:p>
            <a:pPr lvl="0"/>
            <a:r>
              <a:rPr lang="en-US" altLang="zh-TW" dirty="0"/>
              <a:t>Body text/Calibri/16pts</a:t>
            </a:r>
          </a:p>
        </p:txBody>
      </p:sp>
      <p:sp>
        <p:nvSpPr>
          <p:cNvPr id="21" name="圖片版面配置區 5">
            <a:extLst>
              <a:ext uri="{FF2B5EF4-FFF2-40B4-BE49-F238E27FC236}">
                <a16:creationId xmlns:a16="http://schemas.microsoft.com/office/drawing/2014/main" id="{C1F9C1EC-D04E-48C1-AB5B-9CD4F3191691}"/>
              </a:ext>
            </a:extLst>
          </p:cNvPr>
          <p:cNvSpPr>
            <a:spLocks noGrp="1"/>
          </p:cNvSpPr>
          <p:nvPr>
            <p:ph type="pic" sz="quarter" idx="27" hasCustomPrompt="1"/>
          </p:nvPr>
        </p:nvSpPr>
        <p:spPr>
          <a:xfrm>
            <a:off x="6855944" y="1682444"/>
            <a:ext cx="2288057" cy="2088470"/>
          </a:xfrm>
          <a:prstGeom prst="rect">
            <a:avLst/>
          </a:prstGeom>
          <a:solidFill>
            <a:schemeClr val="bg1">
              <a:lumMod val="85000"/>
            </a:schemeClr>
          </a:solidFill>
        </p:spPr>
        <p:txBody>
          <a:bodyPr anchor="ctr"/>
          <a:lstStyle>
            <a:lvl1pPr marL="0" indent="0" algn="ctr">
              <a:buNone/>
              <a:defRPr sz="2000">
                <a:latin typeface="Calibri" panose="020F0502020204030204" pitchFamily="34" charset="0"/>
                <a:ea typeface="Microsoft YaHei" panose="020B0503020204020204" pitchFamily="34" charset="-122"/>
              </a:defRPr>
            </a:lvl1pPr>
          </a:lstStyle>
          <a:p>
            <a:r>
              <a:rPr lang="en-US" altLang="zh-TW" dirty="0"/>
              <a:t>images</a:t>
            </a:r>
            <a:endParaRPr lang="zh-TW" altLang="en-US" dirty="0"/>
          </a:p>
        </p:txBody>
      </p:sp>
      <p:sp>
        <p:nvSpPr>
          <p:cNvPr id="22" name="文字版面配置區 18">
            <a:extLst>
              <a:ext uri="{FF2B5EF4-FFF2-40B4-BE49-F238E27FC236}">
                <a16:creationId xmlns:a16="http://schemas.microsoft.com/office/drawing/2014/main" id="{8EBBAF9D-9D09-44E0-AE17-74DDD789997C}"/>
              </a:ext>
            </a:extLst>
          </p:cNvPr>
          <p:cNvSpPr>
            <a:spLocks noGrp="1"/>
          </p:cNvSpPr>
          <p:nvPr>
            <p:ph type="body" sz="quarter" idx="28" hasCustomPrompt="1"/>
          </p:nvPr>
        </p:nvSpPr>
        <p:spPr>
          <a:xfrm>
            <a:off x="6852376" y="3770914"/>
            <a:ext cx="2287858" cy="820040"/>
          </a:xfrm>
          <a:prstGeom prst="rect">
            <a:avLst/>
          </a:prstGeom>
          <a:solidFill>
            <a:srgbClr val="E11E3C"/>
          </a:solidFill>
        </p:spPr>
        <p:txBody>
          <a:bodyPr anchor="ctr"/>
          <a:lstStyle>
            <a:lvl1pPr marL="0" indent="0" algn="ctr">
              <a:buNone/>
              <a:defRPr sz="1200">
                <a:solidFill>
                  <a:schemeClr val="bg1"/>
                </a:solidFill>
                <a:latin typeface="Calibri" panose="020F0502020204030204" pitchFamily="34" charset="0"/>
                <a:ea typeface="Microsoft YaHei" panose="020B0503020204020204" pitchFamily="34" charset="-122"/>
              </a:defRPr>
            </a:lvl1pPr>
          </a:lstStyle>
          <a:p>
            <a:pPr lvl="0"/>
            <a:r>
              <a:rPr lang="en-US" altLang="zh-TW" dirty="0"/>
              <a:t>Body text/Calibri/12pts</a:t>
            </a:r>
          </a:p>
        </p:txBody>
      </p:sp>
      <p:sp>
        <p:nvSpPr>
          <p:cNvPr id="17" name="Slide Number Placeholder 5">
            <a:extLst>
              <a:ext uri="{FF2B5EF4-FFF2-40B4-BE49-F238E27FC236}">
                <a16:creationId xmlns:a16="http://schemas.microsoft.com/office/drawing/2014/main" id="{10528E65-22FD-4291-A407-01274D3B90FA}"/>
              </a:ext>
            </a:extLst>
          </p:cNvPr>
          <p:cNvSpPr>
            <a:spLocks noGrp="1"/>
          </p:cNvSpPr>
          <p:nvPr>
            <p:ph type="sldNum" sz="quarter" idx="4"/>
          </p:nvPr>
        </p:nvSpPr>
        <p:spPr>
          <a:xfrm>
            <a:off x="8542339" y="4868937"/>
            <a:ext cx="277811" cy="108000"/>
          </a:xfrm>
          <a:prstGeom prst="rect">
            <a:avLst/>
          </a:prstGeom>
        </p:spPr>
        <p:txBody>
          <a:bodyPr vert="horz" lIns="0" tIns="0" rIns="0" bIns="0" rtlCol="0" anchor="ctr"/>
          <a:lstStyle>
            <a:lvl1pPr algn="r">
              <a:defRPr sz="600">
                <a:solidFill>
                  <a:schemeClr val="tx1">
                    <a:tint val="75000"/>
                  </a:schemeClr>
                </a:solidFill>
                <a:latin typeface="+mn-lt"/>
              </a:defRPr>
            </a:lvl1pPr>
          </a:lstStyle>
          <a:p>
            <a:fld id="{0AEF9A4B-07C9-404C-9053-A3A2AC3AD5D6}" type="slidenum">
              <a:rPr lang="en-GB" smtClean="0"/>
              <a:pPr/>
              <a:t>‹#›</a:t>
            </a:fld>
            <a:endParaRPr lang="en-GB" dirty="0"/>
          </a:p>
        </p:txBody>
      </p:sp>
      <p:sp>
        <p:nvSpPr>
          <p:cNvPr id="18" name="標題版面配置區 1"/>
          <p:cNvSpPr>
            <a:spLocks noGrp="1"/>
          </p:cNvSpPr>
          <p:nvPr>
            <p:ph type="title"/>
          </p:nvPr>
        </p:nvSpPr>
        <p:spPr>
          <a:xfrm>
            <a:off x="323850" y="177670"/>
            <a:ext cx="8218488" cy="720464"/>
          </a:xfrm>
          <a:prstGeom prst="rect">
            <a:avLst/>
          </a:prstGeom>
        </p:spPr>
        <p:txBody>
          <a:bodyPr vert="horz" lIns="91440" tIns="45720" rIns="91440" bIns="45720" rtlCol="0" anchor="ctr">
            <a:normAutofit/>
          </a:bodyPr>
          <a:lstStyle/>
          <a:p>
            <a:r>
              <a:rPr lang="zh-TW" altLang="en-US"/>
              <a:t>按一下以編輯母片標題樣式</a:t>
            </a:r>
            <a:endParaRPr lang="zh-TW" altLang="en-US" dirty="0"/>
          </a:p>
        </p:txBody>
      </p:sp>
    </p:spTree>
    <p:extLst>
      <p:ext uri="{BB962C8B-B14F-4D97-AF65-F5344CB8AC3E}">
        <p14:creationId xmlns:p14="http://schemas.microsoft.com/office/powerpoint/2010/main" val="24608709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Content+Media_5">
    <p:spTree>
      <p:nvGrpSpPr>
        <p:cNvPr id="1" name=""/>
        <p:cNvGrpSpPr/>
        <p:nvPr/>
      </p:nvGrpSpPr>
      <p:grpSpPr>
        <a:xfrm>
          <a:off x="0" y="0"/>
          <a:ext cx="0" cy="0"/>
          <a:chOff x="0" y="0"/>
          <a:chExt cx="0" cy="0"/>
        </a:xfrm>
      </p:grpSpPr>
      <p:sp>
        <p:nvSpPr>
          <p:cNvPr id="51" name="文字版面配置區 18">
            <a:extLst>
              <a:ext uri="{FF2B5EF4-FFF2-40B4-BE49-F238E27FC236}">
                <a16:creationId xmlns:a16="http://schemas.microsoft.com/office/drawing/2014/main" id="{94C54889-0B56-4C2C-B071-26B97FB413DB}"/>
              </a:ext>
            </a:extLst>
          </p:cNvPr>
          <p:cNvSpPr>
            <a:spLocks noGrp="1"/>
          </p:cNvSpPr>
          <p:nvPr>
            <p:ph type="body" sz="quarter" idx="17" hasCustomPrompt="1"/>
          </p:nvPr>
        </p:nvSpPr>
        <p:spPr>
          <a:xfrm>
            <a:off x="0" y="3774774"/>
            <a:ext cx="3038481" cy="820040"/>
          </a:xfrm>
          <a:prstGeom prst="rect">
            <a:avLst/>
          </a:prstGeom>
          <a:solidFill>
            <a:srgbClr val="FFCA05"/>
          </a:solidFill>
        </p:spPr>
        <p:txBody>
          <a:bodyPr anchor="ctr"/>
          <a:lstStyle>
            <a:lvl1pPr marL="0" indent="0" algn="ctr">
              <a:buNone/>
              <a:defRPr sz="1200">
                <a:solidFill>
                  <a:schemeClr val="bg1"/>
                </a:solidFill>
                <a:latin typeface="Calibri" panose="020F0502020204030204" pitchFamily="34" charset="0"/>
                <a:ea typeface="Microsoft YaHei" panose="020B0503020204020204" pitchFamily="34" charset="-122"/>
              </a:defRPr>
            </a:lvl1pPr>
          </a:lstStyle>
          <a:p>
            <a:pPr lvl="0"/>
            <a:r>
              <a:rPr lang="en-US" altLang="zh-TW" dirty="0"/>
              <a:t>Body text/Calibri/12pts</a:t>
            </a:r>
          </a:p>
        </p:txBody>
      </p:sp>
      <p:sp>
        <p:nvSpPr>
          <p:cNvPr id="52" name="圖片版面配置區 5">
            <a:extLst>
              <a:ext uri="{FF2B5EF4-FFF2-40B4-BE49-F238E27FC236}">
                <a16:creationId xmlns:a16="http://schemas.microsoft.com/office/drawing/2014/main" id="{E4ADABB1-0AF9-41A0-89CB-EECD15C83E39}"/>
              </a:ext>
            </a:extLst>
          </p:cNvPr>
          <p:cNvSpPr>
            <a:spLocks noGrp="1"/>
          </p:cNvSpPr>
          <p:nvPr>
            <p:ph type="pic" sz="quarter" idx="18" hasCustomPrompt="1"/>
          </p:nvPr>
        </p:nvSpPr>
        <p:spPr>
          <a:xfrm>
            <a:off x="-1" y="1232094"/>
            <a:ext cx="3038482" cy="2542680"/>
          </a:xfrm>
          <a:prstGeom prst="rect">
            <a:avLst/>
          </a:prstGeom>
          <a:solidFill>
            <a:schemeClr val="bg1">
              <a:lumMod val="85000"/>
            </a:schemeClr>
          </a:solidFill>
        </p:spPr>
        <p:txBody>
          <a:bodyPr anchor="ctr"/>
          <a:lstStyle>
            <a:lvl1pPr marL="0" indent="0" algn="ctr">
              <a:buNone/>
              <a:defRPr sz="2000">
                <a:latin typeface="Calibri" panose="020F0502020204030204" pitchFamily="34" charset="0"/>
              </a:defRPr>
            </a:lvl1pPr>
          </a:lstStyle>
          <a:p>
            <a:r>
              <a:rPr lang="en-US" altLang="zh-TW" dirty="0"/>
              <a:t>images</a:t>
            </a:r>
            <a:endParaRPr lang="zh-TW" altLang="en-US" dirty="0"/>
          </a:p>
        </p:txBody>
      </p:sp>
      <p:sp>
        <p:nvSpPr>
          <p:cNvPr id="53" name="文字版面配置區 18">
            <a:extLst>
              <a:ext uri="{FF2B5EF4-FFF2-40B4-BE49-F238E27FC236}">
                <a16:creationId xmlns:a16="http://schemas.microsoft.com/office/drawing/2014/main" id="{83154691-5907-4558-A4CD-08A7C25A98ED}"/>
              </a:ext>
            </a:extLst>
          </p:cNvPr>
          <p:cNvSpPr>
            <a:spLocks noGrp="1"/>
          </p:cNvSpPr>
          <p:nvPr>
            <p:ph type="body" sz="quarter" idx="20" hasCustomPrompt="1"/>
          </p:nvPr>
        </p:nvSpPr>
        <p:spPr>
          <a:xfrm>
            <a:off x="3038484" y="3770915"/>
            <a:ext cx="3038482" cy="820040"/>
          </a:xfrm>
          <a:prstGeom prst="rect">
            <a:avLst/>
          </a:prstGeom>
          <a:solidFill>
            <a:srgbClr val="69BE28"/>
          </a:solidFill>
        </p:spPr>
        <p:txBody>
          <a:bodyPr anchor="ctr"/>
          <a:lstStyle>
            <a:lvl1pPr marL="0" indent="0" algn="ctr">
              <a:buNone/>
              <a:defRPr sz="1200">
                <a:solidFill>
                  <a:schemeClr val="bg1"/>
                </a:solidFill>
                <a:latin typeface="Calibri" panose="020F0502020204030204" pitchFamily="34" charset="0"/>
                <a:ea typeface="Microsoft YaHei" panose="020B0503020204020204" pitchFamily="34" charset="-122"/>
              </a:defRPr>
            </a:lvl1pPr>
          </a:lstStyle>
          <a:p>
            <a:pPr lvl="0"/>
            <a:r>
              <a:rPr lang="en-US" altLang="zh-TW" dirty="0"/>
              <a:t>Body text/Calibri/12pts</a:t>
            </a:r>
          </a:p>
        </p:txBody>
      </p:sp>
      <p:sp>
        <p:nvSpPr>
          <p:cNvPr id="54" name="圖片版面配置區 5">
            <a:extLst>
              <a:ext uri="{FF2B5EF4-FFF2-40B4-BE49-F238E27FC236}">
                <a16:creationId xmlns:a16="http://schemas.microsoft.com/office/drawing/2014/main" id="{9F5E9543-5742-4D77-97CE-64898B1CF43A}"/>
              </a:ext>
            </a:extLst>
          </p:cNvPr>
          <p:cNvSpPr>
            <a:spLocks noGrp="1"/>
          </p:cNvSpPr>
          <p:nvPr>
            <p:ph type="pic" sz="quarter" idx="21" hasCustomPrompt="1"/>
          </p:nvPr>
        </p:nvSpPr>
        <p:spPr>
          <a:xfrm>
            <a:off x="3038483" y="1232094"/>
            <a:ext cx="3038483" cy="2542680"/>
          </a:xfrm>
          <a:prstGeom prst="rect">
            <a:avLst/>
          </a:prstGeom>
          <a:solidFill>
            <a:schemeClr val="bg1">
              <a:lumMod val="85000"/>
            </a:schemeClr>
          </a:solidFill>
        </p:spPr>
        <p:txBody>
          <a:bodyPr anchor="ctr"/>
          <a:lstStyle>
            <a:lvl1pPr marL="0" indent="0" algn="ctr">
              <a:buNone/>
              <a:defRPr sz="2000">
                <a:latin typeface="Calibri" panose="020F0502020204030204" pitchFamily="34" charset="0"/>
              </a:defRPr>
            </a:lvl1pPr>
          </a:lstStyle>
          <a:p>
            <a:r>
              <a:rPr lang="en-US" altLang="zh-TW" dirty="0"/>
              <a:t>images</a:t>
            </a:r>
            <a:endParaRPr lang="zh-TW" altLang="en-US" dirty="0"/>
          </a:p>
        </p:txBody>
      </p:sp>
      <p:sp>
        <p:nvSpPr>
          <p:cNvPr id="55" name="文字版面配置區 18">
            <a:extLst>
              <a:ext uri="{FF2B5EF4-FFF2-40B4-BE49-F238E27FC236}">
                <a16:creationId xmlns:a16="http://schemas.microsoft.com/office/drawing/2014/main" id="{510C9066-B83E-49DB-9DF0-C3F84CB0A170}"/>
              </a:ext>
            </a:extLst>
          </p:cNvPr>
          <p:cNvSpPr>
            <a:spLocks noGrp="1"/>
          </p:cNvSpPr>
          <p:nvPr>
            <p:ph type="body" sz="quarter" idx="23" hasCustomPrompt="1"/>
          </p:nvPr>
        </p:nvSpPr>
        <p:spPr>
          <a:xfrm>
            <a:off x="6076969" y="3770915"/>
            <a:ext cx="3067032" cy="820040"/>
          </a:xfrm>
          <a:prstGeom prst="rect">
            <a:avLst/>
          </a:prstGeom>
          <a:solidFill>
            <a:schemeClr val="accent3"/>
          </a:solidFill>
        </p:spPr>
        <p:txBody>
          <a:bodyPr anchor="ctr"/>
          <a:lstStyle>
            <a:lvl1pPr marL="0" indent="0" algn="ctr">
              <a:buNone/>
              <a:defRPr sz="1200">
                <a:solidFill>
                  <a:schemeClr val="bg1"/>
                </a:solidFill>
                <a:latin typeface="Calibri" panose="020F0502020204030204" pitchFamily="34" charset="0"/>
                <a:ea typeface="Microsoft YaHei" panose="020B0503020204020204" pitchFamily="34" charset="-122"/>
              </a:defRPr>
            </a:lvl1pPr>
          </a:lstStyle>
          <a:p>
            <a:pPr lvl="0"/>
            <a:r>
              <a:rPr lang="en-US" altLang="zh-TW" dirty="0"/>
              <a:t>Body text/Calibri/12pts</a:t>
            </a:r>
          </a:p>
        </p:txBody>
      </p:sp>
      <p:sp>
        <p:nvSpPr>
          <p:cNvPr id="56" name="圖片版面配置區 5">
            <a:extLst>
              <a:ext uri="{FF2B5EF4-FFF2-40B4-BE49-F238E27FC236}">
                <a16:creationId xmlns:a16="http://schemas.microsoft.com/office/drawing/2014/main" id="{8ECD9BC5-B71B-4F9D-A5F8-88E1049130BA}"/>
              </a:ext>
            </a:extLst>
          </p:cNvPr>
          <p:cNvSpPr>
            <a:spLocks noGrp="1"/>
          </p:cNvSpPr>
          <p:nvPr>
            <p:ph type="pic" sz="quarter" idx="24" hasCustomPrompt="1"/>
          </p:nvPr>
        </p:nvSpPr>
        <p:spPr>
          <a:xfrm>
            <a:off x="6076968" y="1232094"/>
            <a:ext cx="3067031" cy="2542680"/>
          </a:xfrm>
          <a:prstGeom prst="rect">
            <a:avLst/>
          </a:prstGeom>
          <a:solidFill>
            <a:schemeClr val="bg1">
              <a:lumMod val="85000"/>
            </a:schemeClr>
          </a:solidFill>
        </p:spPr>
        <p:txBody>
          <a:bodyPr anchor="ctr"/>
          <a:lstStyle>
            <a:lvl1pPr marL="0" indent="0" algn="ctr">
              <a:buNone/>
              <a:defRPr sz="2000">
                <a:latin typeface="Calibri" panose="020F0502020204030204" pitchFamily="34" charset="0"/>
              </a:defRPr>
            </a:lvl1pPr>
          </a:lstStyle>
          <a:p>
            <a:r>
              <a:rPr lang="en-US" altLang="zh-TW" dirty="0"/>
              <a:t>images</a:t>
            </a:r>
            <a:endParaRPr lang="zh-TW" altLang="en-US" dirty="0"/>
          </a:p>
        </p:txBody>
      </p:sp>
      <p:sp>
        <p:nvSpPr>
          <p:cNvPr id="63" name="文字版面配置區 20">
            <a:extLst>
              <a:ext uri="{FF2B5EF4-FFF2-40B4-BE49-F238E27FC236}">
                <a16:creationId xmlns:a16="http://schemas.microsoft.com/office/drawing/2014/main" id="{E84AABBE-C906-4DE2-9B7E-749E90AB7A08}"/>
              </a:ext>
            </a:extLst>
          </p:cNvPr>
          <p:cNvSpPr>
            <a:spLocks noGrp="1"/>
          </p:cNvSpPr>
          <p:nvPr>
            <p:ph type="body" sz="quarter" idx="25" hasCustomPrompt="1"/>
          </p:nvPr>
        </p:nvSpPr>
        <p:spPr>
          <a:xfrm>
            <a:off x="845244" y="2587845"/>
            <a:ext cx="811089" cy="1190788"/>
          </a:xfrm>
          <a:prstGeom prst="rect">
            <a:avLst/>
          </a:prstGeom>
        </p:spPr>
        <p:txBody>
          <a:bodyPr/>
          <a:lstStyle>
            <a:lvl1pPr marL="0" marR="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sz="10000">
                <a:solidFill>
                  <a:schemeClr val="bg1"/>
                </a:solidFill>
                <a:latin typeface="Calibri" panose="020F0502020204030204" pitchFamily="34" charset="0"/>
              </a:defRPr>
            </a:lvl1pPr>
          </a:lstStyle>
          <a:p>
            <a:pPr marL="0" marR="0" lvl="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a:pPr>
            <a:r>
              <a:rPr lang="en-US" altLang="zh-TW" dirty="0"/>
              <a:t>1</a:t>
            </a:r>
            <a:endParaRPr lang="zh-TW" altLang="en-US" dirty="0"/>
          </a:p>
        </p:txBody>
      </p:sp>
      <p:sp>
        <p:nvSpPr>
          <p:cNvPr id="64" name="文字版面配置區 20">
            <a:extLst>
              <a:ext uri="{FF2B5EF4-FFF2-40B4-BE49-F238E27FC236}">
                <a16:creationId xmlns:a16="http://schemas.microsoft.com/office/drawing/2014/main" id="{E91BD225-CAB6-4E90-9F8F-F335537BF65D}"/>
              </a:ext>
            </a:extLst>
          </p:cNvPr>
          <p:cNvSpPr>
            <a:spLocks noGrp="1"/>
          </p:cNvSpPr>
          <p:nvPr>
            <p:ph type="body" sz="quarter" idx="26" hasCustomPrompt="1"/>
          </p:nvPr>
        </p:nvSpPr>
        <p:spPr>
          <a:xfrm>
            <a:off x="1560442" y="3224518"/>
            <a:ext cx="811089" cy="410771"/>
          </a:xfrm>
          <a:prstGeom prst="rect">
            <a:avLst/>
          </a:prstGeom>
        </p:spPr>
        <p:txBody>
          <a:bodyPr/>
          <a:lstStyle>
            <a:lvl1pPr marL="0" marR="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sz="3200" b="1">
                <a:solidFill>
                  <a:schemeClr val="bg1"/>
                </a:solidFill>
                <a:latin typeface="Microsoft YaHei" panose="020B0503020204020204" pitchFamily="34" charset="-122"/>
                <a:ea typeface="Microsoft YaHei" panose="020B0503020204020204" pitchFamily="34" charset="-122"/>
              </a:defRPr>
            </a:lvl1pPr>
          </a:lstStyle>
          <a:p>
            <a:pPr marL="0" marR="0" lvl="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a:pPr>
            <a:r>
              <a:rPr lang="zh-TW" altLang="en-US" dirty="0"/>
              <a:t>億</a:t>
            </a:r>
          </a:p>
        </p:txBody>
      </p:sp>
      <p:sp>
        <p:nvSpPr>
          <p:cNvPr id="65" name="文字版面配置區 20">
            <a:extLst>
              <a:ext uri="{FF2B5EF4-FFF2-40B4-BE49-F238E27FC236}">
                <a16:creationId xmlns:a16="http://schemas.microsoft.com/office/drawing/2014/main" id="{3A34AD3F-9140-4A65-9DAE-F7014F9578B6}"/>
              </a:ext>
            </a:extLst>
          </p:cNvPr>
          <p:cNvSpPr>
            <a:spLocks noGrp="1"/>
          </p:cNvSpPr>
          <p:nvPr>
            <p:ph type="body" sz="quarter" idx="27" hasCustomPrompt="1"/>
          </p:nvPr>
        </p:nvSpPr>
        <p:spPr>
          <a:xfrm>
            <a:off x="3671379" y="2553839"/>
            <a:ext cx="811089" cy="1190788"/>
          </a:xfrm>
          <a:prstGeom prst="rect">
            <a:avLst/>
          </a:prstGeom>
        </p:spPr>
        <p:txBody>
          <a:bodyPr/>
          <a:lstStyle>
            <a:lvl1pPr marL="0" marR="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sz="10000">
                <a:solidFill>
                  <a:schemeClr val="bg1"/>
                </a:solidFill>
                <a:latin typeface="Calibri" panose="020F0502020204030204" pitchFamily="34" charset="0"/>
              </a:defRPr>
            </a:lvl1pPr>
          </a:lstStyle>
          <a:p>
            <a:pPr marL="0" marR="0" lvl="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a:pPr>
            <a:r>
              <a:rPr lang="en-US" altLang="zh-TW" dirty="0"/>
              <a:t>2</a:t>
            </a:r>
            <a:endParaRPr lang="zh-TW" altLang="en-US" dirty="0"/>
          </a:p>
        </p:txBody>
      </p:sp>
      <p:sp>
        <p:nvSpPr>
          <p:cNvPr id="66" name="文字版面配置區 20">
            <a:extLst>
              <a:ext uri="{FF2B5EF4-FFF2-40B4-BE49-F238E27FC236}">
                <a16:creationId xmlns:a16="http://schemas.microsoft.com/office/drawing/2014/main" id="{A083966D-F9B8-430C-93F1-940333B06F45}"/>
              </a:ext>
            </a:extLst>
          </p:cNvPr>
          <p:cNvSpPr>
            <a:spLocks noGrp="1"/>
          </p:cNvSpPr>
          <p:nvPr>
            <p:ph type="body" sz="quarter" idx="28" hasCustomPrompt="1"/>
          </p:nvPr>
        </p:nvSpPr>
        <p:spPr>
          <a:xfrm>
            <a:off x="4386577" y="3238481"/>
            <a:ext cx="1126032" cy="410771"/>
          </a:xfrm>
          <a:prstGeom prst="rect">
            <a:avLst/>
          </a:prstGeom>
        </p:spPr>
        <p:txBody>
          <a:bodyPr/>
          <a:lstStyle>
            <a:lvl1pPr marL="0" marR="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sz="3200">
                <a:solidFill>
                  <a:schemeClr val="bg1"/>
                </a:solidFill>
                <a:latin typeface="Calibri" panose="020F0502020204030204" pitchFamily="34" charset="0"/>
              </a:defRPr>
            </a:lvl1pPr>
          </a:lstStyle>
          <a:p>
            <a:pPr marL="0" marR="0" lvl="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a:pPr>
            <a:r>
              <a:rPr lang="en-US" altLang="zh-TW" dirty="0"/>
              <a:t>NTD</a:t>
            </a:r>
            <a:endParaRPr lang="zh-TW" altLang="en-US" dirty="0"/>
          </a:p>
        </p:txBody>
      </p:sp>
      <p:sp>
        <p:nvSpPr>
          <p:cNvPr id="67" name="文字版面配置區 20">
            <a:extLst>
              <a:ext uri="{FF2B5EF4-FFF2-40B4-BE49-F238E27FC236}">
                <a16:creationId xmlns:a16="http://schemas.microsoft.com/office/drawing/2014/main" id="{810B07CB-3E23-4C00-B891-73E329430015}"/>
              </a:ext>
            </a:extLst>
          </p:cNvPr>
          <p:cNvSpPr>
            <a:spLocks noGrp="1"/>
          </p:cNvSpPr>
          <p:nvPr>
            <p:ph type="body" sz="quarter" idx="29" hasCustomPrompt="1"/>
          </p:nvPr>
        </p:nvSpPr>
        <p:spPr>
          <a:xfrm>
            <a:off x="7061305" y="2553839"/>
            <a:ext cx="811089" cy="1190788"/>
          </a:xfrm>
          <a:prstGeom prst="rect">
            <a:avLst/>
          </a:prstGeom>
        </p:spPr>
        <p:txBody>
          <a:bodyPr/>
          <a:lstStyle>
            <a:lvl1pPr marL="0" marR="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sz="10000">
                <a:solidFill>
                  <a:schemeClr val="bg1"/>
                </a:solidFill>
                <a:latin typeface="Calibri" panose="020F0502020204030204" pitchFamily="34" charset="0"/>
              </a:defRPr>
            </a:lvl1pPr>
          </a:lstStyle>
          <a:p>
            <a:pPr marL="0" marR="0" lvl="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a:pPr>
            <a:r>
              <a:rPr lang="en-US" altLang="zh-TW" dirty="0"/>
              <a:t>3</a:t>
            </a:r>
            <a:endParaRPr lang="zh-TW" altLang="en-US" dirty="0"/>
          </a:p>
        </p:txBody>
      </p:sp>
      <p:sp>
        <p:nvSpPr>
          <p:cNvPr id="68" name="文字版面配置區 20">
            <a:extLst>
              <a:ext uri="{FF2B5EF4-FFF2-40B4-BE49-F238E27FC236}">
                <a16:creationId xmlns:a16="http://schemas.microsoft.com/office/drawing/2014/main" id="{39A05554-0D22-4D7A-B41F-49142CACADAE}"/>
              </a:ext>
            </a:extLst>
          </p:cNvPr>
          <p:cNvSpPr>
            <a:spLocks noGrp="1"/>
          </p:cNvSpPr>
          <p:nvPr>
            <p:ph type="body" sz="quarter" idx="30" hasCustomPrompt="1"/>
          </p:nvPr>
        </p:nvSpPr>
        <p:spPr>
          <a:xfrm>
            <a:off x="7776503" y="3238481"/>
            <a:ext cx="460373" cy="410771"/>
          </a:xfrm>
          <a:prstGeom prst="rect">
            <a:avLst/>
          </a:prstGeom>
        </p:spPr>
        <p:txBody>
          <a:bodyPr/>
          <a:lstStyle>
            <a:lvl1pPr marL="0" marR="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sz="3200">
                <a:solidFill>
                  <a:schemeClr val="bg1"/>
                </a:solidFill>
                <a:latin typeface="Calibri" panose="020F0502020204030204" pitchFamily="34" charset="0"/>
              </a:defRPr>
            </a:lvl1pPr>
          </a:lstStyle>
          <a:p>
            <a:pPr marL="0" marR="0" lvl="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a:pPr>
            <a:r>
              <a:rPr lang="en-US" altLang="zh-TW" dirty="0"/>
              <a:t>%</a:t>
            </a:r>
            <a:endParaRPr lang="zh-TW" altLang="en-US" dirty="0"/>
          </a:p>
          <a:p>
            <a:pPr lvl="0"/>
            <a:endParaRPr lang="zh-TW" altLang="en-US" dirty="0"/>
          </a:p>
        </p:txBody>
      </p:sp>
      <p:sp>
        <p:nvSpPr>
          <p:cNvPr id="69" name="Slide Number Placeholder 5">
            <a:extLst>
              <a:ext uri="{FF2B5EF4-FFF2-40B4-BE49-F238E27FC236}">
                <a16:creationId xmlns:a16="http://schemas.microsoft.com/office/drawing/2014/main" id="{7B29BBBD-3AC2-4704-9937-C6A4A785F0E2}"/>
              </a:ext>
            </a:extLst>
          </p:cNvPr>
          <p:cNvSpPr>
            <a:spLocks noGrp="1"/>
          </p:cNvSpPr>
          <p:nvPr>
            <p:ph type="sldNum" sz="quarter" idx="4"/>
          </p:nvPr>
        </p:nvSpPr>
        <p:spPr>
          <a:xfrm>
            <a:off x="8542339" y="4868937"/>
            <a:ext cx="277811" cy="108000"/>
          </a:xfrm>
          <a:prstGeom prst="rect">
            <a:avLst/>
          </a:prstGeom>
        </p:spPr>
        <p:txBody>
          <a:bodyPr vert="horz" lIns="0" tIns="0" rIns="0" bIns="0" rtlCol="0" anchor="ctr"/>
          <a:lstStyle>
            <a:lvl1pPr algn="r">
              <a:defRPr sz="600">
                <a:solidFill>
                  <a:schemeClr val="tx1">
                    <a:tint val="75000"/>
                  </a:schemeClr>
                </a:solidFill>
                <a:latin typeface="+mn-lt"/>
              </a:defRPr>
            </a:lvl1pPr>
          </a:lstStyle>
          <a:p>
            <a:fld id="{0AEF9A4B-07C9-404C-9053-A3A2AC3AD5D6}" type="slidenum">
              <a:rPr lang="en-GB" smtClean="0"/>
              <a:pPr/>
              <a:t>‹#›</a:t>
            </a:fld>
            <a:endParaRPr lang="en-GB" dirty="0"/>
          </a:p>
        </p:txBody>
      </p:sp>
      <p:sp>
        <p:nvSpPr>
          <p:cNvPr id="17" name="標題版面配置區 1"/>
          <p:cNvSpPr>
            <a:spLocks noGrp="1"/>
          </p:cNvSpPr>
          <p:nvPr>
            <p:ph type="title"/>
          </p:nvPr>
        </p:nvSpPr>
        <p:spPr>
          <a:xfrm>
            <a:off x="323850" y="177670"/>
            <a:ext cx="8218488" cy="720464"/>
          </a:xfrm>
          <a:prstGeom prst="rect">
            <a:avLst/>
          </a:prstGeom>
        </p:spPr>
        <p:txBody>
          <a:bodyPr vert="horz" lIns="91440" tIns="45720" rIns="91440" bIns="45720" rtlCol="0" anchor="ctr">
            <a:normAutofit/>
          </a:bodyPr>
          <a:lstStyle/>
          <a:p>
            <a:r>
              <a:rPr lang="zh-TW" altLang="en-US"/>
              <a:t>按一下以編輯母片標題樣式</a:t>
            </a:r>
            <a:endParaRPr lang="zh-TW" altLang="en-US" dirty="0"/>
          </a:p>
        </p:txBody>
      </p:sp>
    </p:spTree>
    <p:extLst>
      <p:ext uri="{BB962C8B-B14F-4D97-AF65-F5344CB8AC3E}">
        <p14:creationId xmlns:p14="http://schemas.microsoft.com/office/powerpoint/2010/main" val="17433117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Content_1">
    <p:spTree>
      <p:nvGrpSpPr>
        <p:cNvPr id="1" name=""/>
        <p:cNvGrpSpPr/>
        <p:nvPr/>
      </p:nvGrpSpPr>
      <p:grpSpPr>
        <a:xfrm>
          <a:off x="0" y="0"/>
          <a:ext cx="0" cy="0"/>
          <a:chOff x="0" y="0"/>
          <a:chExt cx="0" cy="0"/>
        </a:xfrm>
      </p:grpSpPr>
      <p:sp>
        <p:nvSpPr>
          <p:cNvPr id="3" name="投影片編號版面配置區 2">
            <a:extLst>
              <a:ext uri="{FF2B5EF4-FFF2-40B4-BE49-F238E27FC236}">
                <a16:creationId xmlns:a16="http://schemas.microsoft.com/office/drawing/2014/main" id="{7F3511B9-1220-48E6-B393-404168BBFEC4}"/>
              </a:ext>
            </a:extLst>
          </p:cNvPr>
          <p:cNvSpPr>
            <a:spLocks noGrp="1"/>
          </p:cNvSpPr>
          <p:nvPr>
            <p:ph type="sldNum" sz="quarter" idx="10"/>
          </p:nvPr>
        </p:nvSpPr>
        <p:spPr/>
        <p:txBody>
          <a:bodyPr/>
          <a:lstStyle>
            <a:lvl1pPr>
              <a:defRPr sz="600"/>
            </a:lvl1pPr>
          </a:lstStyle>
          <a:p>
            <a:fld id="{0AEF9A4B-07C9-404C-9053-A3A2AC3AD5D6}" type="slidenum">
              <a:rPr lang="en-GB" smtClean="0"/>
              <a:pPr/>
              <a:t>‹#›</a:t>
            </a:fld>
            <a:endParaRPr lang="en-GB" dirty="0"/>
          </a:p>
        </p:txBody>
      </p:sp>
      <p:sp>
        <p:nvSpPr>
          <p:cNvPr id="22" name="TextBox 38">
            <a:extLst>
              <a:ext uri="{FF2B5EF4-FFF2-40B4-BE49-F238E27FC236}">
                <a16:creationId xmlns:a16="http://schemas.microsoft.com/office/drawing/2014/main" id="{419493DC-0923-4185-BFFB-247A57270438}"/>
              </a:ext>
            </a:extLst>
          </p:cNvPr>
          <p:cNvSpPr txBox="1"/>
          <p:nvPr userDrawn="1"/>
        </p:nvSpPr>
        <p:spPr>
          <a:xfrm>
            <a:off x="810918" y="2014815"/>
            <a:ext cx="2947139" cy="543522"/>
          </a:xfrm>
          <a:prstGeom prst="rect">
            <a:avLst/>
          </a:prstGeom>
        </p:spPr>
        <p:txBody>
          <a:bodyPr wrap="square" lIns="0" tIns="0" rIns="0" bIns="0" rtlCol="0">
            <a:noAutofit/>
          </a:bodyPr>
          <a:lstStyle/>
          <a:p>
            <a:pPr algn="ctr"/>
            <a:r>
              <a:rPr lang="en-US" sz="1200" dirty="0">
                <a:solidFill>
                  <a:schemeClr val="bg1"/>
                </a:solidFill>
                <a:latin typeface="Riona Sans Regular" panose="01000000000000000000" pitchFamily="50" charset="0"/>
              </a:rPr>
              <a:t>Placed orders in wafer foundries greater than TWD 530BN in past 10 years</a:t>
            </a:r>
          </a:p>
        </p:txBody>
      </p:sp>
      <p:sp>
        <p:nvSpPr>
          <p:cNvPr id="38" name="文字版面配置區 18">
            <a:extLst>
              <a:ext uri="{FF2B5EF4-FFF2-40B4-BE49-F238E27FC236}">
                <a16:creationId xmlns:a16="http://schemas.microsoft.com/office/drawing/2014/main" id="{8D0FCABE-AF67-4776-87EA-71326C26E5E1}"/>
              </a:ext>
            </a:extLst>
          </p:cNvPr>
          <p:cNvSpPr>
            <a:spLocks noGrp="1"/>
          </p:cNvSpPr>
          <p:nvPr>
            <p:ph type="body" sz="quarter" idx="17" hasCustomPrompt="1"/>
          </p:nvPr>
        </p:nvSpPr>
        <p:spPr>
          <a:xfrm>
            <a:off x="-2578" y="1227653"/>
            <a:ext cx="4567652" cy="1664089"/>
          </a:xfrm>
          <a:prstGeom prst="rect">
            <a:avLst/>
          </a:prstGeom>
          <a:solidFill>
            <a:srgbClr val="FFCA05"/>
          </a:solidFill>
        </p:spPr>
        <p:txBody>
          <a:bodyPr wrap="none" bIns="216000" anchor="b"/>
          <a:lstStyle>
            <a:lvl1pPr marL="0" indent="0" algn="ctr">
              <a:buNone/>
              <a:defRPr sz="1200">
                <a:solidFill>
                  <a:schemeClr val="bg1"/>
                </a:solidFill>
                <a:latin typeface="Calibri" panose="020F0502020204030204" pitchFamily="34" charset="0"/>
                <a:ea typeface="Microsoft YaHei" panose="020B0503020204020204" pitchFamily="34" charset="-122"/>
              </a:defRPr>
            </a:lvl1pPr>
          </a:lstStyle>
          <a:p>
            <a:pPr lvl="0"/>
            <a:r>
              <a:rPr lang="en-US" altLang="zh-TW" dirty="0"/>
              <a:t>Body text/Calibri/12pts</a:t>
            </a:r>
          </a:p>
        </p:txBody>
      </p:sp>
      <p:sp>
        <p:nvSpPr>
          <p:cNvPr id="39" name="文字版面配置區 20">
            <a:extLst>
              <a:ext uri="{FF2B5EF4-FFF2-40B4-BE49-F238E27FC236}">
                <a16:creationId xmlns:a16="http://schemas.microsoft.com/office/drawing/2014/main" id="{685CEC30-ADC6-4106-A668-F67E0A931110}"/>
              </a:ext>
            </a:extLst>
          </p:cNvPr>
          <p:cNvSpPr>
            <a:spLocks noGrp="1"/>
          </p:cNvSpPr>
          <p:nvPr>
            <p:ph type="body" sz="quarter" idx="13" hasCustomPrompt="1"/>
          </p:nvPr>
        </p:nvSpPr>
        <p:spPr>
          <a:xfrm>
            <a:off x="1665323" y="1592142"/>
            <a:ext cx="1016744" cy="761984"/>
          </a:xfrm>
          <a:prstGeom prst="rect">
            <a:avLst/>
          </a:prstGeom>
        </p:spPr>
        <p:txBody>
          <a:bodyPr/>
          <a:lstStyle>
            <a:lvl1pPr marL="0" marR="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sz="6000">
                <a:solidFill>
                  <a:schemeClr val="bg1"/>
                </a:solidFill>
                <a:latin typeface="Calibri" panose="020F0502020204030204" pitchFamily="34" charset="0"/>
              </a:defRPr>
            </a:lvl1pPr>
          </a:lstStyle>
          <a:p>
            <a:pPr marL="0" marR="0" lvl="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a:pPr>
            <a:r>
              <a:rPr lang="en-US" altLang="zh-TW" dirty="0"/>
              <a:t>10</a:t>
            </a:r>
            <a:endParaRPr lang="zh-TW" altLang="en-US" dirty="0"/>
          </a:p>
        </p:txBody>
      </p:sp>
      <p:sp>
        <p:nvSpPr>
          <p:cNvPr id="40" name="文字版面配置區 20">
            <a:extLst>
              <a:ext uri="{FF2B5EF4-FFF2-40B4-BE49-F238E27FC236}">
                <a16:creationId xmlns:a16="http://schemas.microsoft.com/office/drawing/2014/main" id="{E462A135-5745-4AE6-8705-DDA97E7B2B41}"/>
              </a:ext>
            </a:extLst>
          </p:cNvPr>
          <p:cNvSpPr>
            <a:spLocks noGrp="1"/>
          </p:cNvSpPr>
          <p:nvPr>
            <p:ph type="body" sz="quarter" idx="18" hasCustomPrompt="1"/>
          </p:nvPr>
        </p:nvSpPr>
        <p:spPr>
          <a:xfrm>
            <a:off x="2515377" y="1921047"/>
            <a:ext cx="458044" cy="339352"/>
          </a:xfrm>
          <a:prstGeom prst="rect">
            <a:avLst/>
          </a:prstGeom>
        </p:spPr>
        <p:txBody>
          <a:bodyPr/>
          <a:lstStyle>
            <a:lvl1pPr marL="0" marR="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sz="2800">
                <a:solidFill>
                  <a:schemeClr val="bg1"/>
                </a:solidFill>
                <a:latin typeface="Calibri" panose="020F0502020204030204" pitchFamily="34" charset="0"/>
              </a:defRPr>
            </a:lvl1pPr>
          </a:lstStyle>
          <a:p>
            <a:pPr marL="0" marR="0" lvl="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a:pPr>
            <a:r>
              <a:rPr lang="en-US" altLang="zh-TW" dirty="0"/>
              <a:t>%</a:t>
            </a:r>
            <a:endParaRPr lang="zh-TW" altLang="en-US" dirty="0"/>
          </a:p>
        </p:txBody>
      </p:sp>
      <p:sp>
        <p:nvSpPr>
          <p:cNvPr id="41" name="文字版面配置區 18">
            <a:extLst>
              <a:ext uri="{FF2B5EF4-FFF2-40B4-BE49-F238E27FC236}">
                <a16:creationId xmlns:a16="http://schemas.microsoft.com/office/drawing/2014/main" id="{12208CFE-A144-4D8E-A81A-F1B716075E17}"/>
              </a:ext>
            </a:extLst>
          </p:cNvPr>
          <p:cNvSpPr>
            <a:spLocks noGrp="1"/>
          </p:cNvSpPr>
          <p:nvPr>
            <p:ph type="body" sz="quarter" idx="19" hasCustomPrompt="1"/>
          </p:nvPr>
        </p:nvSpPr>
        <p:spPr>
          <a:xfrm>
            <a:off x="4565074" y="1227694"/>
            <a:ext cx="4583965" cy="1664089"/>
          </a:xfrm>
          <a:prstGeom prst="rect">
            <a:avLst/>
          </a:prstGeom>
          <a:solidFill>
            <a:srgbClr val="69BE28"/>
          </a:solidFill>
        </p:spPr>
        <p:txBody>
          <a:bodyPr wrap="none" bIns="216000" anchor="b"/>
          <a:lstStyle>
            <a:lvl1pPr marL="0" indent="0" algn="ctr">
              <a:buNone/>
              <a:defRPr sz="1200">
                <a:solidFill>
                  <a:schemeClr val="bg1"/>
                </a:solidFill>
                <a:latin typeface="Calibri" panose="020F0502020204030204" pitchFamily="34" charset="0"/>
                <a:ea typeface="Microsoft YaHei" panose="020B0503020204020204" pitchFamily="34" charset="-122"/>
              </a:defRPr>
            </a:lvl1pPr>
          </a:lstStyle>
          <a:p>
            <a:pPr lvl="0"/>
            <a:r>
              <a:rPr lang="en-US" altLang="zh-TW" dirty="0"/>
              <a:t>Body text/Calibri/12pts</a:t>
            </a:r>
          </a:p>
        </p:txBody>
      </p:sp>
      <p:sp>
        <p:nvSpPr>
          <p:cNvPr id="42" name="文字版面配置區 20">
            <a:extLst>
              <a:ext uri="{FF2B5EF4-FFF2-40B4-BE49-F238E27FC236}">
                <a16:creationId xmlns:a16="http://schemas.microsoft.com/office/drawing/2014/main" id="{4C71CE92-CCCC-4E54-8190-A01893E1D9A7}"/>
              </a:ext>
            </a:extLst>
          </p:cNvPr>
          <p:cNvSpPr>
            <a:spLocks noGrp="1"/>
          </p:cNvSpPr>
          <p:nvPr>
            <p:ph type="body" sz="quarter" idx="20" hasCustomPrompt="1"/>
          </p:nvPr>
        </p:nvSpPr>
        <p:spPr>
          <a:xfrm>
            <a:off x="6244940" y="1592183"/>
            <a:ext cx="1016744" cy="761984"/>
          </a:xfrm>
          <a:prstGeom prst="rect">
            <a:avLst/>
          </a:prstGeom>
        </p:spPr>
        <p:txBody>
          <a:bodyPr/>
          <a:lstStyle>
            <a:lvl1pPr marL="0" marR="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sz="6000">
                <a:solidFill>
                  <a:schemeClr val="bg1"/>
                </a:solidFill>
                <a:latin typeface="Calibri" panose="020F0502020204030204" pitchFamily="34" charset="0"/>
              </a:defRPr>
            </a:lvl1pPr>
          </a:lstStyle>
          <a:p>
            <a:pPr marL="0" marR="0" lvl="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a:pPr>
            <a:r>
              <a:rPr lang="en-US" altLang="zh-TW" dirty="0"/>
              <a:t>10</a:t>
            </a:r>
            <a:endParaRPr lang="zh-TW" altLang="en-US" dirty="0"/>
          </a:p>
        </p:txBody>
      </p:sp>
      <p:sp>
        <p:nvSpPr>
          <p:cNvPr id="43" name="文字版面配置區 20">
            <a:extLst>
              <a:ext uri="{FF2B5EF4-FFF2-40B4-BE49-F238E27FC236}">
                <a16:creationId xmlns:a16="http://schemas.microsoft.com/office/drawing/2014/main" id="{E787113F-C9FE-4326-BE23-11EDE7AAF2A2}"/>
              </a:ext>
            </a:extLst>
          </p:cNvPr>
          <p:cNvSpPr>
            <a:spLocks noGrp="1"/>
          </p:cNvSpPr>
          <p:nvPr>
            <p:ph type="body" sz="quarter" idx="21" hasCustomPrompt="1"/>
          </p:nvPr>
        </p:nvSpPr>
        <p:spPr>
          <a:xfrm>
            <a:off x="7094994" y="1921088"/>
            <a:ext cx="458044" cy="339352"/>
          </a:xfrm>
          <a:prstGeom prst="rect">
            <a:avLst/>
          </a:prstGeom>
        </p:spPr>
        <p:txBody>
          <a:bodyPr/>
          <a:lstStyle>
            <a:lvl1pPr marL="0" marR="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sz="2800">
                <a:solidFill>
                  <a:schemeClr val="bg1"/>
                </a:solidFill>
                <a:latin typeface="Calibri" panose="020F0502020204030204" pitchFamily="34" charset="0"/>
              </a:defRPr>
            </a:lvl1pPr>
          </a:lstStyle>
          <a:p>
            <a:pPr marL="0" marR="0" lvl="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a:pPr>
            <a:r>
              <a:rPr lang="en-US" altLang="zh-TW" dirty="0"/>
              <a:t>%</a:t>
            </a:r>
            <a:endParaRPr lang="zh-TW" altLang="en-US" dirty="0"/>
          </a:p>
        </p:txBody>
      </p:sp>
      <p:sp>
        <p:nvSpPr>
          <p:cNvPr id="45" name="文字版面配置區 18">
            <a:extLst>
              <a:ext uri="{FF2B5EF4-FFF2-40B4-BE49-F238E27FC236}">
                <a16:creationId xmlns:a16="http://schemas.microsoft.com/office/drawing/2014/main" id="{464EEFDA-5CD6-418C-A47C-55ECA4E7B1CF}"/>
              </a:ext>
            </a:extLst>
          </p:cNvPr>
          <p:cNvSpPr>
            <a:spLocks noGrp="1"/>
          </p:cNvSpPr>
          <p:nvPr>
            <p:ph type="body" sz="quarter" idx="22" hasCustomPrompt="1"/>
          </p:nvPr>
        </p:nvSpPr>
        <p:spPr>
          <a:xfrm>
            <a:off x="-2578" y="2891743"/>
            <a:ext cx="2289600" cy="1694064"/>
          </a:xfrm>
          <a:prstGeom prst="rect">
            <a:avLst/>
          </a:prstGeom>
          <a:solidFill>
            <a:srgbClr val="00A1DE"/>
          </a:solidFill>
        </p:spPr>
        <p:txBody>
          <a:bodyPr wrap="none" bIns="216000" anchor="b"/>
          <a:lstStyle>
            <a:lvl1pPr marL="0" indent="0" algn="ctr">
              <a:buNone/>
              <a:defRPr sz="1200">
                <a:solidFill>
                  <a:schemeClr val="bg1"/>
                </a:solidFill>
                <a:latin typeface="Calibri" panose="020F0502020204030204" pitchFamily="34" charset="0"/>
                <a:ea typeface="Microsoft YaHei" panose="020B0503020204020204" pitchFamily="34" charset="-122"/>
              </a:defRPr>
            </a:lvl1pPr>
          </a:lstStyle>
          <a:p>
            <a:pPr lvl="0"/>
            <a:r>
              <a:rPr lang="en-US" altLang="zh-TW" dirty="0"/>
              <a:t>Body text/Calibri/12pts</a:t>
            </a:r>
          </a:p>
        </p:txBody>
      </p:sp>
      <p:sp>
        <p:nvSpPr>
          <p:cNvPr id="46" name="文字版面配置區 20">
            <a:extLst>
              <a:ext uri="{FF2B5EF4-FFF2-40B4-BE49-F238E27FC236}">
                <a16:creationId xmlns:a16="http://schemas.microsoft.com/office/drawing/2014/main" id="{C9D1CCEB-7E90-4826-8AB3-562AB0C635AF}"/>
              </a:ext>
            </a:extLst>
          </p:cNvPr>
          <p:cNvSpPr>
            <a:spLocks noGrp="1"/>
          </p:cNvSpPr>
          <p:nvPr>
            <p:ph type="body" sz="quarter" idx="23" hasCustomPrompt="1"/>
          </p:nvPr>
        </p:nvSpPr>
        <p:spPr>
          <a:xfrm>
            <a:off x="538235" y="3153862"/>
            <a:ext cx="1016744" cy="761984"/>
          </a:xfrm>
          <a:prstGeom prst="rect">
            <a:avLst/>
          </a:prstGeom>
        </p:spPr>
        <p:txBody>
          <a:bodyPr/>
          <a:lstStyle>
            <a:lvl1pPr marL="0" marR="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sz="6000">
                <a:solidFill>
                  <a:schemeClr val="bg1"/>
                </a:solidFill>
                <a:latin typeface="Calibri" panose="020F0502020204030204" pitchFamily="34" charset="0"/>
              </a:defRPr>
            </a:lvl1pPr>
          </a:lstStyle>
          <a:p>
            <a:pPr marL="0" marR="0" lvl="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a:pPr>
            <a:r>
              <a:rPr lang="en-US" altLang="zh-TW" dirty="0"/>
              <a:t>10</a:t>
            </a:r>
            <a:endParaRPr lang="zh-TW" altLang="en-US" dirty="0"/>
          </a:p>
        </p:txBody>
      </p:sp>
      <p:sp>
        <p:nvSpPr>
          <p:cNvPr id="47" name="文字版面配置區 20">
            <a:extLst>
              <a:ext uri="{FF2B5EF4-FFF2-40B4-BE49-F238E27FC236}">
                <a16:creationId xmlns:a16="http://schemas.microsoft.com/office/drawing/2014/main" id="{AC5A051B-5BC0-47CD-A780-84938DD0592C}"/>
              </a:ext>
            </a:extLst>
          </p:cNvPr>
          <p:cNvSpPr>
            <a:spLocks noGrp="1"/>
          </p:cNvSpPr>
          <p:nvPr>
            <p:ph type="body" sz="quarter" idx="24" hasCustomPrompt="1"/>
          </p:nvPr>
        </p:nvSpPr>
        <p:spPr>
          <a:xfrm>
            <a:off x="1388289" y="3482767"/>
            <a:ext cx="458044" cy="339352"/>
          </a:xfrm>
          <a:prstGeom prst="rect">
            <a:avLst/>
          </a:prstGeom>
        </p:spPr>
        <p:txBody>
          <a:bodyPr/>
          <a:lstStyle>
            <a:lvl1pPr marL="0" marR="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sz="2800">
                <a:solidFill>
                  <a:schemeClr val="bg1"/>
                </a:solidFill>
                <a:latin typeface="Calibri" panose="020F0502020204030204" pitchFamily="34" charset="0"/>
              </a:defRPr>
            </a:lvl1pPr>
          </a:lstStyle>
          <a:p>
            <a:pPr marL="0" marR="0" lvl="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a:pPr>
            <a:r>
              <a:rPr lang="en-US" altLang="zh-TW" dirty="0"/>
              <a:t>%</a:t>
            </a:r>
            <a:endParaRPr lang="zh-TW" altLang="en-US" dirty="0"/>
          </a:p>
        </p:txBody>
      </p:sp>
      <p:sp>
        <p:nvSpPr>
          <p:cNvPr id="48" name="文字版面配置區 18">
            <a:extLst>
              <a:ext uri="{FF2B5EF4-FFF2-40B4-BE49-F238E27FC236}">
                <a16:creationId xmlns:a16="http://schemas.microsoft.com/office/drawing/2014/main" id="{4E9F919C-75AF-4751-8FE3-9601FEFC2CC7}"/>
              </a:ext>
            </a:extLst>
          </p:cNvPr>
          <p:cNvSpPr>
            <a:spLocks noGrp="1"/>
          </p:cNvSpPr>
          <p:nvPr>
            <p:ph type="body" sz="quarter" idx="25" hasCustomPrompt="1"/>
          </p:nvPr>
        </p:nvSpPr>
        <p:spPr>
          <a:xfrm>
            <a:off x="2283091" y="2891743"/>
            <a:ext cx="2289600" cy="1694064"/>
          </a:xfrm>
          <a:prstGeom prst="rect">
            <a:avLst/>
          </a:prstGeom>
          <a:solidFill>
            <a:srgbClr val="E11E3C"/>
          </a:solidFill>
        </p:spPr>
        <p:txBody>
          <a:bodyPr wrap="none" bIns="216000" anchor="b"/>
          <a:lstStyle>
            <a:lvl1pPr marL="0" indent="0" algn="ctr">
              <a:buNone/>
              <a:defRPr sz="1200">
                <a:solidFill>
                  <a:schemeClr val="bg1"/>
                </a:solidFill>
                <a:latin typeface="Calibri" panose="020F0502020204030204" pitchFamily="34" charset="0"/>
                <a:ea typeface="Microsoft YaHei" panose="020B0503020204020204" pitchFamily="34" charset="-122"/>
              </a:defRPr>
            </a:lvl1pPr>
          </a:lstStyle>
          <a:p>
            <a:pPr lvl="0"/>
            <a:r>
              <a:rPr lang="en-US" altLang="zh-TW" dirty="0"/>
              <a:t>Body text/Calibri/12pts</a:t>
            </a:r>
          </a:p>
        </p:txBody>
      </p:sp>
      <p:sp>
        <p:nvSpPr>
          <p:cNvPr id="49" name="文字版面配置區 20">
            <a:extLst>
              <a:ext uri="{FF2B5EF4-FFF2-40B4-BE49-F238E27FC236}">
                <a16:creationId xmlns:a16="http://schemas.microsoft.com/office/drawing/2014/main" id="{FBC7B4DE-50E2-4A0F-88E0-1DDB9A572A38}"/>
              </a:ext>
            </a:extLst>
          </p:cNvPr>
          <p:cNvSpPr>
            <a:spLocks noGrp="1"/>
          </p:cNvSpPr>
          <p:nvPr>
            <p:ph type="body" sz="quarter" idx="26" hasCustomPrompt="1"/>
          </p:nvPr>
        </p:nvSpPr>
        <p:spPr>
          <a:xfrm>
            <a:off x="2823904" y="3153862"/>
            <a:ext cx="1016744" cy="761984"/>
          </a:xfrm>
          <a:prstGeom prst="rect">
            <a:avLst/>
          </a:prstGeom>
        </p:spPr>
        <p:txBody>
          <a:bodyPr/>
          <a:lstStyle>
            <a:lvl1pPr marL="0" marR="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sz="6000">
                <a:solidFill>
                  <a:schemeClr val="bg1"/>
                </a:solidFill>
                <a:latin typeface="Calibri" panose="020F0502020204030204" pitchFamily="34" charset="0"/>
              </a:defRPr>
            </a:lvl1pPr>
          </a:lstStyle>
          <a:p>
            <a:pPr marL="0" marR="0" lvl="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a:pPr>
            <a:r>
              <a:rPr lang="en-US" altLang="zh-TW" dirty="0"/>
              <a:t>10</a:t>
            </a:r>
            <a:endParaRPr lang="zh-TW" altLang="en-US" dirty="0"/>
          </a:p>
        </p:txBody>
      </p:sp>
      <p:sp>
        <p:nvSpPr>
          <p:cNvPr id="50" name="文字版面配置區 20">
            <a:extLst>
              <a:ext uri="{FF2B5EF4-FFF2-40B4-BE49-F238E27FC236}">
                <a16:creationId xmlns:a16="http://schemas.microsoft.com/office/drawing/2014/main" id="{909C1222-638E-470E-B9E1-FC4D606B1456}"/>
              </a:ext>
            </a:extLst>
          </p:cNvPr>
          <p:cNvSpPr>
            <a:spLocks noGrp="1"/>
          </p:cNvSpPr>
          <p:nvPr>
            <p:ph type="body" sz="quarter" idx="27" hasCustomPrompt="1"/>
          </p:nvPr>
        </p:nvSpPr>
        <p:spPr>
          <a:xfrm>
            <a:off x="3673958" y="3482767"/>
            <a:ext cx="458044" cy="339352"/>
          </a:xfrm>
          <a:prstGeom prst="rect">
            <a:avLst/>
          </a:prstGeom>
        </p:spPr>
        <p:txBody>
          <a:bodyPr/>
          <a:lstStyle>
            <a:lvl1pPr marL="0" marR="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sz="2800">
                <a:solidFill>
                  <a:schemeClr val="bg1"/>
                </a:solidFill>
                <a:latin typeface="Calibri" panose="020F0502020204030204" pitchFamily="34" charset="0"/>
              </a:defRPr>
            </a:lvl1pPr>
          </a:lstStyle>
          <a:p>
            <a:pPr marL="0" marR="0" lvl="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a:pPr>
            <a:r>
              <a:rPr lang="en-US" altLang="zh-TW" dirty="0"/>
              <a:t>%</a:t>
            </a:r>
            <a:endParaRPr lang="zh-TW" altLang="en-US" dirty="0"/>
          </a:p>
        </p:txBody>
      </p:sp>
      <p:sp>
        <p:nvSpPr>
          <p:cNvPr id="51" name="文字版面配置區 18">
            <a:extLst>
              <a:ext uri="{FF2B5EF4-FFF2-40B4-BE49-F238E27FC236}">
                <a16:creationId xmlns:a16="http://schemas.microsoft.com/office/drawing/2014/main" id="{C446EE38-EAAB-407A-B1C9-C1A135082D78}"/>
              </a:ext>
            </a:extLst>
          </p:cNvPr>
          <p:cNvSpPr>
            <a:spLocks noGrp="1"/>
          </p:cNvSpPr>
          <p:nvPr>
            <p:ph type="body" sz="quarter" idx="28" hasCustomPrompt="1"/>
          </p:nvPr>
        </p:nvSpPr>
        <p:spPr>
          <a:xfrm>
            <a:off x="4569422" y="2891743"/>
            <a:ext cx="2289600" cy="1694064"/>
          </a:xfrm>
          <a:prstGeom prst="rect">
            <a:avLst/>
          </a:prstGeom>
          <a:solidFill>
            <a:srgbClr val="036639"/>
          </a:solidFill>
        </p:spPr>
        <p:txBody>
          <a:bodyPr wrap="none" bIns="216000" anchor="b"/>
          <a:lstStyle>
            <a:lvl1pPr marL="0" indent="0" algn="ctr">
              <a:buNone/>
              <a:defRPr sz="1200">
                <a:solidFill>
                  <a:schemeClr val="bg1"/>
                </a:solidFill>
                <a:latin typeface="Calibri" panose="020F0502020204030204" pitchFamily="34" charset="0"/>
                <a:ea typeface="Microsoft YaHei" panose="020B0503020204020204" pitchFamily="34" charset="-122"/>
              </a:defRPr>
            </a:lvl1pPr>
          </a:lstStyle>
          <a:p>
            <a:pPr lvl="0"/>
            <a:r>
              <a:rPr lang="en-US" altLang="zh-TW" dirty="0"/>
              <a:t>Body text/Calibri/12pts</a:t>
            </a:r>
          </a:p>
        </p:txBody>
      </p:sp>
      <p:sp>
        <p:nvSpPr>
          <p:cNvPr id="52" name="文字版面配置區 20">
            <a:extLst>
              <a:ext uri="{FF2B5EF4-FFF2-40B4-BE49-F238E27FC236}">
                <a16:creationId xmlns:a16="http://schemas.microsoft.com/office/drawing/2014/main" id="{447FD56C-B88A-4A5D-9F66-72C92D51F036}"/>
              </a:ext>
            </a:extLst>
          </p:cNvPr>
          <p:cNvSpPr>
            <a:spLocks noGrp="1"/>
          </p:cNvSpPr>
          <p:nvPr>
            <p:ph type="body" sz="quarter" idx="29" hasCustomPrompt="1"/>
          </p:nvPr>
        </p:nvSpPr>
        <p:spPr>
          <a:xfrm>
            <a:off x="5110235" y="3150184"/>
            <a:ext cx="1016744" cy="761984"/>
          </a:xfrm>
          <a:prstGeom prst="rect">
            <a:avLst/>
          </a:prstGeom>
        </p:spPr>
        <p:txBody>
          <a:bodyPr/>
          <a:lstStyle>
            <a:lvl1pPr marL="0" marR="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sz="6000">
                <a:solidFill>
                  <a:schemeClr val="bg1"/>
                </a:solidFill>
                <a:latin typeface="Calibri" panose="020F0502020204030204" pitchFamily="34" charset="0"/>
              </a:defRPr>
            </a:lvl1pPr>
          </a:lstStyle>
          <a:p>
            <a:pPr marL="0" marR="0" lvl="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a:pPr>
            <a:r>
              <a:rPr lang="en-US" altLang="zh-TW" dirty="0"/>
              <a:t>10</a:t>
            </a:r>
            <a:endParaRPr lang="zh-TW" altLang="en-US" dirty="0"/>
          </a:p>
        </p:txBody>
      </p:sp>
      <p:sp>
        <p:nvSpPr>
          <p:cNvPr id="53" name="文字版面配置區 20">
            <a:extLst>
              <a:ext uri="{FF2B5EF4-FFF2-40B4-BE49-F238E27FC236}">
                <a16:creationId xmlns:a16="http://schemas.microsoft.com/office/drawing/2014/main" id="{1D8D1BCE-B5CD-4F50-91A7-A5DAD74F21F2}"/>
              </a:ext>
            </a:extLst>
          </p:cNvPr>
          <p:cNvSpPr>
            <a:spLocks noGrp="1"/>
          </p:cNvSpPr>
          <p:nvPr>
            <p:ph type="body" sz="quarter" idx="30" hasCustomPrompt="1"/>
          </p:nvPr>
        </p:nvSpPr>
        <p:spPr>
          <a:xfrm>
            <a:off x="5960289" y="3479089"/>
            <a:ext cx="458044" cy="339352"/>
          </a:xfrm>
          <a:prstGeom prst="rect">
            <a:avLst/>
          </a:prstGeom>
        </p:spPr>
        <p:txBody>
          <a:bodyPr/>
          <a:lstStyle>
            <a:lvl1pPr marL="0" marR="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sz="2800">
                <a:solidFill>
                  <a:schemeClr val="bg1"/>
                </a:solidFill>
                <a:latin typeface="Calibri" panose="020F0502020204030204" pitchFamily="34" charset="0"/>
              </a:defRPr>
            </a:lvl1pPr>
          </a:lstStyle>
          <a:p>
            <a:pPr marL="0" marR="0" lvl="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a:pPr>
            <a:r>
              <a:rPr lang="en-US" altLang="zh-TW" dirty="0"/>
              <a:t>%</a:t>
            </a:r>
            <a:endParaRPr lang="zh-TW" altLang="en-US" dirty="0"/>
          </a:p>
        </p:txBody>
      </p:sp>
      <p:sp>
        <p:nvSpPr>
          <p:cNvPr id="54" name="文字版面配置區 18">
            <a:extLst>
              <a:ext uri="{FF2B5EF4-FFF2-40B4-BE49-F238E27FC236}">
                <a16:creationId xmlns:a16="http://schemas.microsoft.com/office/drawing/2014/main" id="{C7E1CE88-35E0-437D-B317-F6C943D2A398}"/>
              </a:ext>
            </a:extLst>
          </p:cNvPr>
          <p:cNvSpPr>
            <a:spLocks noGrp="1"/>
          </p:cNvSpPr>
          <p:nvPr>
            <p:ph type="body" sz="quarter" idx="31" hasCustomPrompt="1"/>
          </p:nvPr>
        </p:nvSpPr>
        <p:spPr>
          <a:xfrm>
            <a:off x="6859439" y="2891743"/>
            <a:ext cx="2289600" cy="1694064"/>
          </a:xfrm>
          <a:prstGeom prst="rect">
            <a:avLst/>
          </a:prstGeom>
          <a:solidFill>
            <a:srgbClr val="1717A3"/>
          </a:solidFill>
        </p:spPr>
        <p:txBody>
          <a:bodyPr wrap="none" bIns="216000" anchor="b"/>
          <a:lstStyle>
            <a:lvl1pPr marL="0" indent="0" algn="ctr">
              <a:buNone/>
              <a:defRPr sz="1200">
                <a:solidFill>
                  <a:schemeClr val="bg1"/>
                </a:solidFill>
                <a:latin typeface="Calibri" panose="020F0502020204030204" pitchFamily="34" charset="0"/>
                <a:ea typeface="Microsoft YaHei" panose="020B0503020204020204" pitchFamily="34" charset="-122"/>
              </a:defRPr>
            </a:lvl1pPr>
          </a:lstStyle>
          <a:p>
            <a:pPr lvl="0"/>
            <a:r>
              <a:rPr lang="en-US" altLang="zh-TW" dirty="0"/>
              <a:t>Body text/Calibri/12pts</a:t>
            </a:r>
          </a:p>
        </p:txBody>
      </p:sp>
      <p:sp>
        <p:nvSpPr>
          <p:cNvPr id="55" name="文字版面配置區 20">
            <a:extLst>
              <a:ext uri="{FF2B5EF4-FFF2-40B4-BE49-F238E27FC236}">
                <a16:creationId xmlns:a16="http://schemas.microsoft.com/office/drawing/2014/main" id="{5F198E52-2C68-449B-9805-6833DF0381BF}"/>
              </a:ext>
            </a:extLst>
          </p:cNvPr>
          <p:cNvSpPr>
            <a:spLocks noGrp="1"/>
          </p:cNvSpPr>
          <p:nvPr>
            <p:ph type="body" sz="quarter" idx="32" hasCustomPrompt="1"/>
          </p:nvPr>
        </p:nvSpPr>
        <p:spPr>
          <a:xfrm>
            <a:off x="7400252" y="3153862"/>
            <a:ext cx="1016744" cy="761984"/>
          </a:xfrm>
          <a:prstGeom prst="rect">
            <a:avLst/>
          </a:prstGeom>
        </p:spPr>
        <p:txBody>
          <a:bodyPr/>
          <a:lstStyle>
            <a:lvl1pPr marL="0" marR="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sz="6000">
                <a:solidFill>
                  <a:schemeClr val="bg1"/>
                </a:solidFill>
                <a:latin typeface="Calibri" panose="020F0502020204030204" pitchFamily="34" charset="0"/>
              </a:defRPr>
            </a:lvl1pPr>
          </a:lstStyle>
          <a:p>
            <a:pPr marL="0" marR="0" lvl="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a:pPr>
            <a:r>
              <a:rPr lang="en-US" altLang="zh-TW" dirty="0"/>
              <a:t>10</a:t>
            </a:r>
            <a:endParaRPr lang="zh-TW" altLang="en-US" dirty="0"/>
          </a:p>
        </p:txBody>
      </p:sp>
      <p:sp>
        <p:nvSpPr>
          <p:cNvPr id="56" name="文字版面配置區 20">
            <a:extLst>
              <a:ext uri="{FF2B5EF4-FFF2-40B4-BE49-F238E27FC236}">
                <a16:creationId xmlns:a16="http://schemas.microsoft.com/office/drawing/2014/main" id="{4486E9A9-6EC2-4184-84F7-3800857882F1}"/>
              </a:ext>
            </a:extLst>
          </p:cNvPr>
          <p:cNvSpPr>
            <a:spLocks noGrp="1"/>
          </p:cNvSpPr>
          <p:nvPr>
            <p:ph type="body" sz="quarter" idx="33" hasCustomPrompt="1"/>
          </p:nvPr>
        </p:nvSpPr>
        <p:spPr>
          <a:xfrm>
            <a:off x="8250306" y="3482767"/>
            <a:ext cx="458044" cy="339352"/>
          </a:xfrm>
          <a:prstGeom prst="rect">
            <a:avLst/>
          </a:prstGeom>
        </p:spPr>
        <p:txBody>
          <a:bodyPr/>
          <a:lstStyle>
            <a:lvl1pPr marL="0" marR="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sz="2800">
                <a:solidFill>
                  <a:schemeClr val="bg1"/>
                </a:solidFill>
                <a:latin typeface="Calibri" panose="020F0502020204030204" pitchFamily="34" charset="0"/>
              </a:defRPr>
            </a:lvl1pPr>
          </a:lstStyle>
          <a:p>
            <a:pPr marL="0" marR="0" lvl="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a:pPr>
            <a:r>
              <a:rPr lang="en-US" altLang="zh-TW" dirty="0"/>
              <a:t>%</a:t>
            </a:r>
            <a:endParaRPr lang="zh-TW" altLang="en-US" dirty="0"/>
          </a:p>
        </p:txBody>
      </p:sp>
      <p:sp>
        <p:nvSpPr>
          <p:cNvPr id="24" name="標題版面配置區 1"/>
          <p:cNvSpPr>
            <a:spLocks noGrp="1"/>
          </p:cNvSpPr>
          <p:nvPr>
            <p:ph type="title"/>
          </p:nvPr>
        </p:nvSpPr>
        <p:spPr>
          <a:xfrm>
            <a:off x="323850" y="177670"/>
            <a:ext cx="8218488" cy="720464"/>
          </a:xfrm>
          <a:prstGeom prst="rect">
            <a:avLst/>
          </a:prstGeom>
        </p:spPr>
        <p:txBody>
          <a:bodyPr vert="horz" lIns="91440" tIns="45720" rIns="91440" bIns="45720" rtlCol="0" anchor="ctr">
            <a:normAutofit/>
          </a:bodyPr>
          <a:lstStyle/>
          <a:p>
            <a:r>
              <a:rPr lang="zh-TW" altLang="en-US"/>
              <a:t>按一下以編輯母片標題樣式</a:t>
            </a:r>
            <a:endParaRPr lang="zh-TW" altLang="en-US" dirty="0"/>
          </a:p>
        </p:txBody>
      </p:sp>
    </p:spTree>
    <p:extLst>
      <p:ext uri="{BB962C8B-B14F-4D97-AF65-F5344CB8AC3E}">
        <p14:creationId xmlns:p14="http://schemas.microsoft.com/office/powerpoint/2010/main" val="3894186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hank you">
    <p:bg>
      <p:bgPr>
        <a:solidFill>
          <a:srgbClr val="F39A1E"/>
        </a:solidFill>
        <a:effectLst/>
      </p:bgPr>
    </p:bg>
    <p:spTree>
      <p:nvGrpSpPr>
        <p:cNvPr id="1" name=""/>
        <p:cNvGrpSpPr/>
        <p:nvPr/>
      </p:nvGrpSpPr>
      <p:grpSpPr>
        <a:xfrm>
          <a:off x="0" y="0"/>
          <a:ext cx="0" cy="0"/>
          <a:chOff x="0" y="0"/>
          <a:chExt cx="0" cy="0"/>
        </a:xfrm>
      </p:grpSpPr>
      <p:grpSp>
        <p:nvGrpSpPr>
          <p:cNvPr id="10" name="群組 9"/>
          <p:cNvGrpSpPr/>
          <p:nvPr userDrawn="1"/>
        </p:nvGrpSpPr>
        <p:grpSpPr>
          <a:xfrm>
            <a:off x="260351" y="4754875"/>
            <a:ext cx="6037239" cy="281118"/>
            <a:chOff x="260351" y="4754875"/>
            <a:chExt cx="6037239" cy="281118"/>
          </a:xfrm>
        </p:grpSpPr>
        <p:sp>
          <p:nvSpPr>
            <p:cNvPr id="11" name="Footer Placeholder 3">
              <a:extLst>
                <a:ext uri="{FF2B5EF4-FFF2-40B4-BE49-F238E27FC236}">
                  <a16:creationId xmlns:a16="http://schemas.microsoft.com/office/drawing/2014/main" id="{996369C5-4144-4203-867D-86A1EF918D4D}"/>
                </a:ext>
              </a:extLst>
            </p:cNvPr>
            <p:cNvSpPr txBox="1">
              <a:spLocks/>
            </p:cNvSpPr>
            <p:nvPr userDrawn="1"/>
          </p:nvSpPr>
          <p:spPr>
            <a:xfrm>
              <a:off x="1170542" y="4854908"/>
              <a:ext cx="5127048" cy="181085"/>
            </a:xfrm>
            <a:prstGeom prst="rect">
              <a:avLst/>
            </a:prstGeom>
          </p:spPr>
          <p:txBody>
            <a:bodyPr vert="horz" lIns="0" tIns="0" rIns="0" bIns="0" rtlCol="0">
              <a:noAutofit/>
            </a:bodyPr>
            <a:lstStyle>
              <a:lvl1pPr marL="271463" indent="-271463" algn="l" defTabSz="914400" rtl="0" eaLnBrk="1" latinLnBrk="0" hangingPunct="1">
                <a:lnSpc>
                  <a:spcPct val="90000"/>
                </a:lnSpc>
                <a:spcBef>
                  <a:spcPts val="1200"/>
                </a:spcBef>
                <a:buFont typeface="Arial" panose="020B0604020202020204" pitchFamily="34" charset="0"/>
                <a:buChar char="•"/>
                <a:defRPr sz="2600" kern="1200">
                  <a:solidFill>
                    <a:schemeClr val="tx1"/>
                  </a:solidFill>
                  <a:latin typeface="+mn-lt"/>
                  <a:ea typeface="+mn-ea"/>
                  <a:cs typeface="+mn-cs"/>
                </a:defRPr>
              </a:lvl1pPr>
              <a:lvl2pPr marL="569913" indent="-112713" algn="l" defTabSz="914400" rtl="0" eaLnBrk="1" latinLnBrk="0" hangingPunct="1">
                <a:lnSpc>
                  <a:spcPct val="90000"/>
                </a:lnSpc>
                <a:spcBef>
                  <a:spcPts val="900"/>
                </a:spcBef>
                <a:buFont typeface="Calibri Light" panose="020F0302020204030204" pitchFamily="34" charset="0"/>
                <a:buChar char="–"/>
                <a:defRPr sz="900" kern="1200">
                  <a:solidFill>
                    <a:schemeClr val="tx1"/>
                  </a:solidFill>
                  <a:latin typeface="+mn-lt"/>
                  <a:ea typeface="+mn-ea"/>
                  <a:cs typeface="+mn-cs"/>
                </a:defRPr>
              </a:lvl2pPr>
              <a:lvl3pPr marL="1028700" indent="-120650" algn="l" defTabSz="914400" rtl="0" eaLnBrk="1" latinLnBrk="0" hangingPunct="1">
                <a:lnSpc>
                  <a:spcPct val="90000"/>
                </a:lnSpc>
                <a:spcBef>
                  <a:spcPts val="600"/>
                </a:spcBef>
                <a:buFont typeface="Arial" panose="020B0604020202020204" pitchFamily="34" charset="0"/>
                <a:buChar char="-"/>
                <a:defRPr sz="900" kern="1200">
                  <a:solidFill>
                    <a:schemeClr val="tx1"/>
                  </a:solidFill>
                  <a:latin typeface="+mn-lt"/>
                  <a:ea typeface="+mn-ea"/>
                  <a:cs typeface="+mn-cs"/>
                </a:defRPr>
              </a:lvl3pPr>
              <a:lvl4pPr marL="1484313" indent="-122238" algn="l" defTabSz="914400" rtl="0" eaLnBrk="1" latinLnBrk="0" hangingPunct="1">
                <a:lnSpc>
                  <a:spcPct val="90000"/>
                </a:lnSpc>
                <a:spcBef>
                  <a:spcPts val="500"/>
                </a:spcBef>
                <a:buFont typeface="Arial" panose="020B0604020202020204" pitchFamily="34" charset="0"/>
                <a:buChar char="•"/>
                <a:defRPr sz="900" kern="1200">
                  <a:solidFill>
                    <a:schemeClr val="tx1"/>
                  </a:solidFill>
                  <a:latin typeface="+mn-lt"/>
                  <a:ea typeface="+mn-ea"/>
                  <a:cs typeface="+mn-cs"/>
                </a:defRPr>
              </a:lvl4pPr>
              <a:lvl5pPr marL="1943100" indent="-111125" algn="l" defTabSz="914400" rtl="0" eaLnBrk="1" latinLnBrk="0" hangingPunct="1">
                <a:lnSpc>
                  <a:spcPct val="90000"/>
                </a:lnSpc>
                <a:spcBef>
                  <a:spcPts val="500"/>
                </a:spcBef>
                <a:buFont typeface="Arial" panose="020B0604020202020204" pitchFamily="34" charset="0"/>
                <a:buChar char="-"/>
                <a:defRPr sz="9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zh-TW" sz="600" kern="1200" dirty="0">
                  <a:solidFill>
                    <a:schemeClr val="bg1"/>
                  </a:solidFill>
                  <a:effectLst/>
                  <a:latin typeface="+mn-lt"/>
                  <a:ea typeface="+mn-ea"/>
                  <a:cs typeface="+mn-cs"/>
                </a:rPr>
                <a:t>MediaTek Proprietary and Confidential. © 2022 MediaTek Inc. All rights reserved</a:t>
              </a:r>
              <a:r>
                <a:rPr lang="en-US" altLang="zh-TW" sz="600" kern="1200" dirty="0">
                  <a:solidFill>
                    <a:schemeClr val="bg1">
                      <a:lumMod val="50000"/>
                    </a:schemeClr>
                  </a:solidFill>
                  <a:effectLst/>
                  <a:latin typeface="+mn-lt"/>
                  <a:ea typeface="+mn-ea"/>
                  <a:cs typeface="+mn-cs"/>
                </a:rPr>
                <a:t>.</a:t>
              </a:r>
              <a:endParaRPr lang="en-GB" sz="600" dirty="0">
                <a:solidFill>
                  <a:schemeClr val="bg1">
                    <a:lumMod val="50000"/>
                  </a:schemeClr>
                </a:solidFill>
                <a:latin typeface="+mn-lt"/>
              </a:endParaRPr>
            </a:p>
          </p:txBody>
        </p:sp>
        <p:pic>
          <p:nvPicPr>
            <p:cNvPr id="12" name="圖片 11">
              <a:extLst>
                <a:ext uri="{FF2B5EF4-FFF2-40B4-BE49-F238E27FC236}">
                  <a16:creationId xmlns:a16="http://schemas.microsoft.com/office/drawing/2014/main" id="{CC6B121D-85E8-4ED7-AF42-7E852007BAF6}"/>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260351" y="4754875"/>
              <a:ext cx="885824" cy="224318"/>
            </a:xfrm>
            <a:prstGeom prst="rect">
              <a:avLst/>
            </a:prstGeom>
          </p:spPr>
        </p:pic>
      </p:grpSp>
    </p:spTree>
    <p:extLst>
      <p:ext uri="{BB962C8B-B14F-4D97-AF65-F5344CB8AC3E}">
        <p14:creationId xmlns:p14="http://schemas.microsoft.com/office/powerpoint/2010/main" val="9731243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End">
    <p:bg>
      <p:bgPr>
        <a:solidFill>
          <a:srgbClr val="F39A1E"/>
        </a:solidFill>
        <a:effectLst/>
      </p:bgPr>
    </p:bg>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D0F29723-1978-4CBE-8209-372F4A1F2F78}"/>
              </a:ext>
            </a:extLst>
          </p:cNvPr>
          <p:cNvSpPr/>
          <p:nvPr userDrawn="1"/>
        </p:nvSpPr>
        <p:spPr>
          <a:xfrm>
            <a:off x="0" y="0"/>
            <a:ext cx="9144000" cy="51435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pic>
        <p:nvPicPr>
          <p:cNvPr id="5" name="圖形 4">
            <a:extLst>
              <a:ext uri="{FF2B5EF4-FFF2-40B4-BE49-F238E27FC236}">
                <a16:creationId xmlns:a16="http://schemas.microsoft.com/office/drawing/2014/main" id="{82CBF49B-F09E-4FD8-AA32-33CCF5A10E20}"/>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790950" y="2262187"/>
            <a:ext cx="1562100" cy="619125"/>
          </a:xfrm>
          <a:prstGeom prst="rect">
            <a:avLst/>
          </a:prstGeom>
        </p:spPr>
      </p:pic>
    </p:spTree>
    <p:extLst>
      <p:ext uri="{BB962C8B-B14F-4D97-AF65-F5344CB8AC3E}">
        <p14:creationId xmlns:p14="http://schemas.microsoft.com/office/powerpoint/2010/main" val="21586618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p:cSld name="Wallpaper Title Slide">
    <p:bg>
      <p:bgPr>
        <a:solidFill>
          <a:srgbClr val="F39A1E"/>
        </a:solidFill>
        <a:effectLst/>
      </p:bgPr>
    </p:bg>
    <p:spTree>
      <p:nvGrpSpPr>
        <p:cNvPr id="1" name=""/>
        <p:cNvGrpSpPr/>
        <p:nvPr/>
      </p:nvGrpSpPr>
      <p:grpSpPr>
        <a:xfrm>
          <a:off x="0" y="0"/>
          <a:ext cx="0" cy="0"/>
          <a:chOff x="0" y="0"/>
          <a:chExt cx="0" cy="0"/>
        </a:xfrm>
      </p:grpSpPr>
      <p:pic>
        <p:nvPicPr>
          <p:cNvPr id="546" name="圖片 545">
            <a:extLst>
              <a:ext uri="{FF2B5EF4-FFF2-40B4-BE49-F238E27FC236}">
                <a16:creationId xmlns:a16="http://schemas.microsoft.com/office/drawing/2014/main" id="{CC6B121D-85E8-4ED7-AF42-7E852007BAF6}"/>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212213" y="407670"/>
            <a:ext cx="1461513" cy="399106"/>
          </a:xfrm>
          <a:prstGeom prst="rect">
            <a:avLst/>
          </a:prstGeom>
        </p:spPr>
      </p:pic>
      <p:sp>
        <p:nvSpPr>
          <p:cNvPr id="1104" name="文字方塊 1103"/>
          <p:cNvSpPr txBox="1"/>
          <p:nvPr userDrawn="1"/>
        </p:nvSpPr>
        <p:spPr>
          <a:xfrm>
            <a:off x="196973" y="2982436"/>
            <a:ext cx="6839255" cy="1969770"/>
          </a:xfrm>
          <a:prstGeom prst="rect">
            <a:avLst/>
          </a:prstGeom>
          <a:noFill/>
        </p:spPr>
        <p:txBody>
          <a:bodyPr wrap="square" rtlCol="0">
            <a:spAutoFit/>
          </a:bodyPr>
          <a:lstStyle/>
          <a:p>
            <a:r>
              <a:rPr lang="en-US" altLang="zh-TW" sz="900" b="1" kern="1200" dirty="0">
                <a:solidFill>
                  <a:schemeClr val="bg1"/>
                </a:solidFill>
                <a:effectLst/>
                <a:latin typeface="+mn-lt"/>
                <a:ea typeface="+mn-ea"/>
                <a:cs typeface="+mn-cs"/>
              </a:rPr>
              <a:t>MediaTek Proprietary and Confidential</a:t>
            </a:r>
            <a:endParaRPr lang="zh-TW" altLang="zh-TW" sz="900" b="1" kern="1200" dirty="0">
              <a:solidFill>
                <a:schemeClr val="bg1"/>
              </a:solidFill>
              <a:effectLst/>
              <a:latin typeface="+mn-lt"/>
              <a:ea typeface="+mn-ea"/>
              <a:cs typeface="+mn-cs"/>
            </a:endParaRPr>
          </a:p>
          <a:p>
            <a:r>
              <a:rPr lang="en-US" altLang="zh-TW" sz="900" b="1" kern="1200" dirty="0">
                <a:solidFill>
                  <a:schemeClr val="bg1"/>
                </a:solidFill>
                <a:effectLst/>
                <a:latin typeface="+mn-lt"/>
                <a:ea typeface="+mn-ea"/>
                <a:cs typeface="+mn-cs"/>
              </a:rPr>
              <a:t> </a:t>
            </a:r>
            <a:endParaRPr lang="zh-TW" altLang="zh-TW" sz="900" b="1" kern="1200" dirty="0">
              <a:solidFill>
                <a:schemeClr val="bg1"/>
              </a:solidFill>
              <a:effectLst/>
              <a:latin typeface="+mn-lt"/>
              <a:ea typeface="+mn-ea"/>
              <a:cs typeface="+mn-cs"/>
            </a:endParaRPr>
          </a:p>
          <a:p>
            <a:r>
              <a:rPr lang="en-US" altLang="zh-TW" sz="800" kern="1200" dirty="0">
                <a:solidFill>
                  <a:schemeClr val="bg1"/>
                </a:solidFill>
                <a:effectLst/>
                <a:latin typeface="+mn-lt"/>
                <a:ea typeface="+mn-ea"/>
                <a:cs typeface="+mn-cs"/>
              </a:rPr>
              <a:t>© 2022 MediaTek Inc. All rights reserved. The term “MediaTek” refers to MediaTek Inc. and/or its affiliates.</a:t>
            </a:r>
            <a:endParaRPr lang="zh-TW" altLang="zh-TW" sz="800" kern="1200" dirty="0">
              <a:solidFill>
                <a:schemeClr val="bg1"/>
              </a:solidFill>
              <a:effectLst/>
              <a:latin typeface="+mn-lt"/>
              <a:ea typeface="+mn-ea"/>
              <a:cs typeface="+mn-cs"/>
            </a:endParaRPr>
          </a:p>
          <a:p>
            <a:r>
              <a:rPr lang="en-US" altLang="zh-TW" sz="800" kern="1200" dirty="0">
                <a:solidFill>
                  <a:schemeClr val="bg1"/>
                </a:solidFill>
                <a:effectLst/>
                <a:latin typeface="+mn-lt"/>
                <a:ea typeface="+mn-ea"/>
                <a:cs typeface="+mn-cs"/>
              </a:rPr>
              <a:t> </a:t>
            </a:r>
            <a:endParaRPr lang="zh-TW" altLang="zh-TW" sz="800" kern="1200" dirty="0">
              <a:solidFill>
                <a:schemeClr val="bg1"/>
              </a:solidFill>
              <a:effectLst/>
              <a:latin typeface="+mn-lt"/>
              <a:ea typeface="+mn-ea"/>
              <a:cs typeface="+mn-cs"/>
            </a:endParaRPr>
          </a:p>
          <a:p>
            <a:r>
              <a:rPr lang="en-US" altLang="zh-TW" sz="800" kern="1200" dirty="0">
                <a:solidFill>
                  <a:schemeClr val="bg1"/>
                </a:solidFill>
                <a:effectLst/>
                <a:latin typeface="+mn-lt"/>
                <a:ea typeface="+mn-ea"/>
                <a:cs typeface="+mn-cs"/>
              </a:rPr>
              <a:t>This document has been prepared solely for informational purposes. The content herein is made available to a restricted number of clients or partners, for internal use, pursuant to a license agreement or any other applicable agreement and subject to this notice. THIS DOCUMENT AND ANY ORAL INFORMATION PROVIDED BY MEDIATEK IN CONNECTION WITH THIS DOCUMENT (COLLECTIVELY THIS “DOCUMENT”), IF ANY, ARE PROVIDED “AS IS” WITHOUT WARRANTY OF ANY KIND, WHETHER EXPRESS, IMPLIED, STATUTORY, OR OTHERWISE. MEDIATEK DOES NOT WARRANT OR MAKE ANY REPRESENTATIONS OR GUARANTEE REGARDING THE USE OR THE RESULT OF THE USE OF THIS DOCUMENT IN TERMS OF CORRECTNESS, ACCURACY, TIMELINESS, RELIABILITY, OR OTHERWISE. </a:t>
            </a:r>
            <a:r>
              <a:rPr lang="en-US" altLang="zh-TW" sz="800" kern="1200" cap="all" dirty="0">
                <a:solidFill>
                  <a:schemeClr val="bg1"/>
                </a:solidFill>
                <a:effectLst/>
                <a:latin typeface="+mn-lt"/>
                <a:ea typeface="+mn-ea"/>
                <a:cs typeface="+mn-cs"/>
              </a:rPr>
              <a:t>MediaTek specifically disclaims all warranties of merchantability, non-infringement and fitness for a particular purpose and any warranties arising out of course of performance, course of dealing or usage of trade. </a:t>
            </a:r>
            <a:r>
              <a:rPr lang="en-US" altLang="zh-TW" sz="800" kern="1200" dirty="0">
                <a:solidFill>
                  <a:schemeClr val="bg1"/>
                </a:solidFill>
                <a:effectLst/>
                <a:latin typeface="+mn-lt"/>
                <a:ea typeface="+mn-ea"/>
                <a:cs typeface="+mn-cs"/>
              </a:rPr>
              <a:t>This Document must be held in strict confidence and may not be communicated, reproduced, distributed or disclosed to any third party or to any other person, or being referred to publicly, in whole or in part at any time except with MediaTek’s prior written consent, which MediaTek reserves the right to deny for any reason. You agree to indemnify MediaTek for any loss or damages suffered by MediaTek for your unauthorized use or disclosure of this Document, in whole or in part.  If you are not the intended recipient of this document, please delete and destroy all copies immediately.</a:t>
            </a:r>
            <a:endParaRPr lang="zh-TW" altLang="zh-TW" sz="800" kern="1200" dirty="0">
              <a:solidFill>
                <a:schemeClr val="bg1"/>
              </a:solidFill>
              <a:effectLst/>
              <a:latin typeface="+mn-lt"/>
              <a:ea typeface="+mn-ea"/>
              <a:cs typeface="+mn-cs"/>
            </a:endParaRPr>
          </a:p>
        </p:txBody>
      </p:sp>
    </p:spTree>
    <p:extLst>
      <p:ext uri="{BB962C8B-B14F-4D97-AF65-F5344CB8AC3E}">
        <p14:creationId xmlns:p14="http://schemas.microsoft.com/office/powerpoint/2010/main" val="13056068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2880">
          <p15:clr>
            <a:srgbClr val="FBAE40"/>
          </p15:clr>
        </p15:guide>
        <p15:guide id="3" pos="317">
          <p15:clr>
            <a:srgbClr val="FBAE40"/>
          </p15:clr>
        </p15:guide>
        <p15:guide id="4" orient="horz" pos="1302">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type="obj">
  <p:cSld name="標題及物件">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zh-TW" altLang="en-US"/>
              <a:t>按一下以編輯母片標題樣式</a:t>
            </a:r>
            <a:endParaRPr lang="en-US" dirty="0"/>
          </a:p>
        </p:txBody>
      </p:sp>
      <p:sp>
        <p:nvSpPr>
          <p:cNvPr id="3" name="Content Placeholder 2"/>
          <p:cNvSpPr>
            <a:spLocks noGrp="1"/>
          </p:cNvSpPr>
          <p:nvPr>
            <p:ph idx="1"/>
          </p:nvPr>
        </p:nvSpPr>
        <p:spPr/>
        <p:txBody>
          <a:bodyPr/>
          <a:lstStyle>
            <a:lvl1pPr marL="257175" indent="-257175">
              <a:buClr>
                <a:schemeClr val="accent1"/>
              </a:buClr>
              <a:buFont typeface="Wingdings" charset="2"/>
              <a:buChar char="§"/>
              <a:defRPr/>
            </a:lvl1pPr>
            <a:lvl3pPr marL="857250" indent="-171450">
              <a:buClr>
                <a:schemeClr val="accent1"/>
              </a:buClr>
              <a:buFont typeface="Wingdings" charset="2"/>
              <a:buChar char="§"/>
              <a:defRPr/>
            </a:lvl3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96C6560F-0966-4B6E-ABF4-4A80689B73AD}" type="datetime1">
              <a:rPr lang="en-US" smtClean="0"/>
              <a:pPr/>
              <a:t>6/27/2023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157DEA8-FBF5-4ADB-B880-CDCFE3CE5324}" type="slidenum">
              <a:rPr lang="en-US" smtClean="0"/>
              <a:pPr/>
              <a:t>‹#›</a:t>
            </a:fld>
            <a:endParaRPr lang="en-US"/>
          </a:p>
        </p:txBody>
      </p:sp>
    </p:spTree>
    <p:extLst>
      <p:ext uri="{BB962C8B-B14F-4D97-AF65-F5344CB8AC3E}">
        <p14:creationId xmlns:p14="http://schemas.microsoft.com/office/powerpoint/2010/main" val="6510082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6" name="Slide Number Placeholder 5"/>
          <p:cNvSpPr>
            <a:spLocks noGrp="1"/>
          </p:cNvSpPr>
          <p:nvPr>
            <p:ph type="sldNum" sz="quarter" idx="4"/>
          </p:nvPr>
        </p:nvSpPr>
        <p:spPr>
          <a:xfrm>
            <a:off x="8542339" y="4868937"/>
            <a:ext cx="277811" cy="108000"/>
          </a:xfrm>
          <a:prstGeom prst="rect">
            <a:avLst/>
          </a:prstGeom>
        </p:spPr>
        <p:txBody>
          <a:bodyPr vert="horz" lIns="0" tIns="0" rIns="0" bIns="0" rtlCol="0" anchor="ctr"/>
          <a:lstStyle>
            <a:lvl1pPr algn="r">
              <a:defRPr sz="600">
                <a:solidFill>
                  <a:schemeClr val="tx1">
                    <a:tint val="75000"/>
                  </a:schemeClr>
                </a:solidFill>
                <a:latin typeface="+mj-lt"/>
              </a:defRPr>
            </a:lvl1pPr>
          </a:lstStyle>
          <a:p>
            <a:fld id="{0AEF9A4B-07C9-404C-9053-A3A2AC3AD5D6}" type="slidenum">
              <a:rPr lang="en-GB" smtClean="0"/>
              <a:pPr/>
              <a:t>‹#›</a:t>
            </a:fld>
            <a:endParaRPr lang="en-GB" dirty="0"/>
          </a:p>
        </p:txBody>
      </p:sp>
      <p:sp>
        <p:nvSpPr>
          <p:cNvPr id="2" name="標題版面配置區 1"/>
          <p:cNvSpPr>
            <a:spLocks noGrp="1"/>
          </p:cNvSpPr>
          <p:nvPr>
            <p:ph type="title"/>
          </p:nvPr>
        </p:nvSpPr>
        <p:spPr>
          <a:xfrm>
            <a:off x="323850" y="177670"/>
            <a:ext cx="8218488" cy="720464"/>
          </a:xfrm>
          <a:prstGeom prst="rect">
            <a:avLst/>
          </a:prstGeom>
        </p:spPr>
        <p:txBody>
          <a:bodyPr vert="horz" lIns="91440" tIns="45720" rIns="91440" bIns="45720" rtlCol="0" anchor="ctr">
            <a:normAutofit/>
          </a:bodyPr>
          <a:lstStyle/>
          <a:p>
            <a:r>
              <a:rPr lang="zh-TW" altLang="en-US" dirty="0"/>
              <a:t>按一下以編輯母片標題樣式</a:t>
            </a:r>
          </a:p>
        </p:txBody>
      </p:sp>
      <p:sp>
        <p:nvSpPr>
          <p:cNvPr id="15" name="文字版面配置區 14"/>
          <p:cNvSpPr>
            <a:spLocks noGrp="1"/>
          </p:cNvSpPr>
          <p:nvPr>
            <p:ph type="body" idx="1"/>
          </p:nvPr>
        </p:nvSpPr>
        <p:spPr>
          <a:xfrm>
            <a:off x="323850" y="1028526"/>
            <a:ext cx="8218488" cy="3559447"/>
          </a:xfrm>
          <a:prstGeom prst="rect">
            <a:avLst/>
          </a:prstGeom>
        </p:spPr>
        <p:txBody>
          <a:bodyPr vert="horz" lIns="91440" tIns="45720" rIns="91440" bIns="45720" rtlCol="0">
            <a:normAutofit/>
          </a:bodyPr>
          <a:lstStyle/>
          <a:p>
            <a:pPr lvl="0"/>
            <a:r>
              <a:rPr lang="zh-TW" altLang="en-US" dirty="0"/>
              <a:t>按一下以編輯母片文字樣式</a:t>
            </a:r>
          </a:p>
          <a:p>
            <a:pPr lvl="1"/>
            <a:r>
              <a:rPr lang="zh-TW" altLang="en-US" dirty="0"/>
              <a:t>第二層</a:t>
            </a:r>
          </a:p>
          <a:p>
            <a:pPr lvl="2"/>
            <a:r>
              <a:rPr lang="zh-TW" altLang="en-US" dirty="0"/>
              <a:t>第三層</a:t>
            </a:r>
          </a:p>
          <a:p>
            <a:pPr lvl="3"/>
            <a:r>
              <a:rPr lang="zh-TW" altLang="en-US" dirty="0"/>
              <a:t>第四層</a:t>
            </a:r>
          </a:p>
          <a:p>
            <a:pPr lvl="4"/>
            <a:r>
              <a:rPr lang="zh-TW" altLang="en-US" dirty="0"/>
              <a:t>第五層</a:t>
            </a:r>
            <a:endParaRPr lang="en-US" dirty="0"/>
          </a:p>
        </p:txBody>
      </p:sp>
      <p:grpSp>
        <p:nvGrpSpPr>
          <p:cNvPr id="4" name="群組 3"/>
          <p:cNvGrpSpPr/>
          <p:nvPr userDrawn="1"/>
        </p:nvGrpSpPr>
        <p:grpSpPr>
          <a:xfrm>
            <a:off x="323850" y="4760384"/>
            <a:ext cx="5973740" cy="275609"/>
            <a:chOff x="323850" y="4760384"/>
            <a:chExt cx="5973740" cy="275609"/>
          </a:xfrm>
        </p:grpSpPr>
        <p:sp>
          <p:nvSpPr>
            <p:cNvPr id="5" name="Footer Placeholder 3">
              <a:extLst>
                <a:ext uri="{FF2B5EF4-FFF2-40B4-BE49-F238E27FC236}">
                  <a16:creationId xmlns:a16="http://schemas.microsoft.com/office/drawing/2014/main" id="{996369C5-4144-4203-867D-86A1EF918D4D}"/>
                </a:ext>
              </a:extLst>
            </p:cNvPr>
            <p:cNvSpPr txBox="1">
              <a:spLocks/>
            </p:cNvSpPr>
            <p:nvPr userDrawn="1"/>
          </p:nvSpPr>
          <p:spPr>
            <a:xfrm>
              <a:off x="1170542" y="4854908"/>
              <a:ext cx="5127048" cy="181085"/>
            </a:xfrm>
            <a:prstGeom prst="rect">
              <a:avLst/>
            </a:prstGeom>
          </p:spPr>
          <p:txBody>
            <a:bodyPr vert="horz" lIns="0" tIns="0" rIns="0" bIns="0" rtlCol="0">
              <a:noAutofit/>
            </a:bodyPr>
            <a:lstStyle>
              <a:lvl1pPr marL="271463" indent="-271463" algn="l" defTabSz="914400" rtl="0" eaLnBrk="1" latinLnBrk="0" hangingPunct="1">
                <a:lnSpc>
                  <a:spcPct val="90000"/>
                </a:lnSpc>
                <a:spcBef>
                  <a:spcPts val="1200"/>
                </a:spcBef>
                <a:buFont typeface="Arial" panose="020B0604020202020204" pitchFamily="34" charset="0"/>
                <a:buChar char="•"/>
                <a:defRPr sz="2600" kern="1200">
                  <a:solidFill>
                    <a:schemeClr val="tx1"/>
                  </a:solidFill>
                  <a:latin typeface="+mn-lt"/>
                  <a:ea typeface="+mn-ea"/>
                  <a:cs typeface="+mn-cs"/>
                </a:defRPr>
              </a:lvl1pPr>
              <a:lvl2pPr marL="569913" indent="-112713" algn="l" defTabSz="914400" rtl="0" eaLnBrk="1" latinLnBrk="0" hangingPunct="1">
                <a:lnSpc>
                  <a:spcPct val="90000"/>
                </a:lnSpc>
                <a:spcBef>
                  <a:spcPts val="900"/>
                </a:spcBef>
                <a:buFont typeface="Calibri Light" panose="020F0302020204030204" pitchFamily="34" charset="0"/>
                <a:buChar char="–"/>
                <a:defRPr sz="900" kern="1200">
                  <a:solidFill>
                    <a:schemeClr val="tx1"/>
                  </a:solidFill>
                  <a:latin typeface="+mn-lt"/>
                  <a:ea typeface="+mn-ea"/>
                  <a:cs typeface="+mn-cs"/>
                </a:defRPr>
              </a:lvl2pPr>
              <a:lvl3pPr marL="1028700" indent="-120650" algn="l" defTabSz="914400" rtl="0" eaLnBrk="1" latinLnBrk="0" hangingPunct="1">
                <a:lnSpc>
                  <a:spcPct val="90000"/>
                </a:lnSpc>
                <a:spcBef>
                  <a:spcPts val="600"/>
                </a:spcBef>
                <a:buFont typeface="Arial" panose="020B0604020202020204" pitchFamily="34" charset="0"/>
                <a:buChar char="-"/>
                <a:defRPr sz="900" kern="1200">
                  <a:solidFill>
                    <a:schemeClr val="tx1"/>
                  </a:solidFill>
                  <a:latin typeface="+mn-lt"/>
                  <a:ea typeface="+mn-ea"/>
                  <a:cs typeface="+mn-cs"/>
                </a:defRPr>
              </a:lvl3pPr>
              <a:lvl4pPr marL="1484313" indent="-122238" algn="l" defTabSz="914400" rtl="0" eaLnBrk="1" latinLnBrk="0" hangingPunct="1">
                <a:lnSpc>
                  <a:spcPct val="90000"/>
                </a:lnSpc>
                <a:spcBef>
                  <a:spcPts val="500"/>
                </a:spcBef>
                <a:buFont typeface="Arial" panose="020B0604020202020204" pitchFamily="34" charset="0"/>
                <a:buChar char="•"/>
                <a:defRPr sz="900" kern="1200">
                  <a:solidFill>
                    <a:schemeClr val="tx1"/>
                  </a:solidFill>
                  <a:latin typeface="+mn-lt"/>
                  <a:ea typeface="+mn-ea"/>
                  <a:cs typeface="+mn-cs"/>
                </a:defRPr>
              </a:lvl4pPr>
              <a:lvl5pPr marL="1943100" indent="-111125" algn="l" defTabSz="914400" rtl="0" eaLnBrk="1" latinLnBrk="0" hangingPunct="1">
                <a:lnSpc>
                  <a:spcPct val="90000"/>
                </a:lnSpc>
                <a:spcBef>
                  <a:spcPts val="500"/>
                </a:spcBef>
                <a:buFont typeface="Arial" panose="020B0604020202020204" pitchFamily="34" charset="0"/>
                <a:buChar char="-"/>
                <a:defRPr sz="9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zh-TW" sz="600" kern="1200" dirty="0">
                  <a:solidFill>
                    <a:schemeClr val="bg1">
                      <a:lumMod val="50000"/>
                    </a:schemeClr>
                  </a:solidFill>
                  <a:effectLst/>
                  <a:latin typeface="+mn-lt"/>
                  <a:ea typeface="+mn-ea"/>
                  <a:cs typeface="+mn-cs"/>
                </a:rPr>
                <a:t>MediaTek Proprietary and Confidential. © 2022 MediaTek Inc. All rights reserved.</a:t>
              </a:r>
              <a:endParaRPr lang="en-GB" sz="600" dirty="0">
                <a:solidFill>
                  <a:schemeClr val="bg1">
                    <a:lumMod val="50000"/>
                  </a:schemeClr>
                </a:solidFill>
                <a:latin typeface="+mn-lt"/>
              </a:endParaRPr>
            </a:p>
          </p:txBody>
        </p:sp>
        <p:pic>
          <p:nvPicPr>
            <p:cNvPr id="3" name="圖片 2"/>
            <p:cNvPicPr>
              <a:picLocks noChangeAspect="1"/>
            </p:cNvPicPr>
            <p:nvPr userDrawn="1"/>
          </p:nvPicPr>
          <p:blipFill>
            <a:blip r:embed="rId19" cstate="screen">
              <a:extLst>
                <a:ext uri="{28A0092B-C50C-407E-A947-70E740481C1C}">
                  <a14:useLocalDpi xmlns:a14="http://schemas.microsoft.com/office/drawing/2010/main"/>
                </a:ext>
              </a:extLst>
            </a:blip>
            <a:stretch>
              <a:fillRect/>
            </a:stretch>
          </p:blipFill>
          <p:spPr>
            <a:xfrm>
              <a:off x="323850" y="4760384"/>
              <a:ext cx="759123" cy="217106"/>
            </a:xfrm>
            <a:prstGeom prst="rect">
              <a:avLst/>
            </a:prstGeom>
          </p:spPr>
        </p:pic>
      </p:grpSp>
      <p:sp>
        <p:nvSpPr>
          <p:cNvPr id="7" name="MSIPCMContentMarking" descr="{&quot;HashCode&quot;:1986194136,&quot;Placement&quot;:&quot;Header&quot;,&quot;Top&quot;:0.0,&quot;Left&quot;:626.335144,&quot;SlideWidth&quot;:720,&quot;SlideHeight&quot;:405}">
            <a:extLst>
              <a:ext uri="{FF2B5EF4-FFF2-40B4-BE49-F238E27FC236}">
                <a16:creationId xmlns:a16="http://schemas.microsoft.com/office/drawing/2014/main" id="{3A10E1D0-0F72-4524-B590-241BDAF69EA5}"/>
              </a:ext>
            </a:extLst>
          </p:cNvPr>
          <p:cNvSpPr txBox="1"/>
          <p:nvPr userDrawn="1"/>
        </p:nvSpPr>
        <p:spPr>
          <a:xfrm>
            <a:off x="7954456" y="0"/>
            <a:ext cx="1189543" cy="296525"/>
          </a:xfrm>
          <a:prstGeom prst="rect">
            <a:avLst/>
          </a:prstGeom>
        </p:spPr>
        <p:txBody>
          <a:bodyPr vert="horz" wrap="square" lIns="0" tIns="0" rIns="0" bIns="0" rtlCol="0" anchor="ctr" anchorCtr="1">
            <a:noAutofit/>
          </a:bodyPr>
          <a:lstStyle/>
          <a:p>
            <a:pPr algn="r">
              <a:spcBef>
                <a:spcPts val="0"/>
              </a:spcBef>
              <a:spcAft>
                <a:spcPts val="0"/>
              </a:spcAft>
            </a:pPr>
            <a:r>
              <a:rPr lang="en-US" altLang="zh-TW" sz="1200">
                <a:solidFill>
                  <a:srgbClr val="FF0000"/>
                </a:solidFill>
                <a:latin typeface="Calibri" panose="020F0502020204030204" pitchFamily="34" charset="0"/>
              </a:rPr>
              <a:t>Confidential C</a:t>
            </a:r>
            <a:endParaRPr lang="zh-TW" altLang="en-US" sz="1200" dirty="0">
              <a:solidFill>
                <a:srgbClr val="FF0000"/>
              </a:solidFill>
              <a:latin typeface="Calibri" panose="020F0502020204030204" pitchFamily="34" charset="0"/>
            </a:endParaRPr>
          </a:p>
        </p:txBody>
      </p:sp>
    </p:spTree>
    <p:extLst>
      <p:ext uri="{BB962C8B-B14F-4D97-AF65-F5344CB8AC3E}">
        <p14:creationId xmlns:p14="http://schemas.microsoft.com/office/powerpoint/2010/main" val="2240172516"/>
      </p:ext>
    </p:extLst>
  </p:cSld>
  <p:clrMap bg1="lt1" tx1="dk1" bg2="lt2" tx2="dk2" accent1="accent1" accent2="accent2" accent3="accent3" accent4="accent4" accent5="accent5" accent6="accent6" hlink="hlink" folHlink="folHlink"/>
  <p:sldLayoutIdLst>
    <p:sldLayoutId id="2147483806" r:id="rId1"/>
    <p:sldLayoutId id="2147483808" r:id="rId2"/>
    <p:sldLayoutId id="2147483809" r:id="rId3"/>
    <p:sldLayoutId id="2147483810" r:id="rId4"/>
    <p:sldLayoutId id="2147483811" r:id="rId5"/>
    <p:sldLayoutId id="2147483837" r:id="rId6"/>
    <p:sldLayoutId id="2147483838" r:id="rId7"/>
    <p:sldLayoutId id="2147483812" r:id="rId8"/>
    <p:sldLayoutId id="2147483822" r:id="rId9"/>
    <p:sldLayoutId id="2147483823" r:id="rId10"/>
    <p:sldLayoutId id="2147483824" r:id="rId11"/>
    <p:sldLayoutId id="2147483825" r:id="rId12"/>
    <p:sldLayoutId id="2147483827" r:id="rId13"/>
    <p:sldLayoutId id="2147483815" r:id="rId14"/>
    <p:sldLayoutId id="2147483816" r:id="rId15"/>
    <p:sldLayoutId id="2147483855" r:id="rId16"/>
    <p:sldLayoutId id="2147483856" r:id="rId17"/>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p:txStyles>
    <p:titleStyle>
      <a:lvl1pPr algn="l" defTabSz="914400" rtl="0" eaLnBrk="1" latinLnBrk="0" hangingPunct="1">
        <a:lnSpc>
          <a:spcPct val="100000"/>
        </a:lnSpc>
        <a:spcBef>
          <a:spcPct val="0"/>
        </a:spcBef>
        <a:buNone/>
        <a:defRPr sz="2800" b="1" u="none" kern="1200" baseline="0">
          <a:solidFill>
            <a:srgbClr val="F39A1E"/>
          </a:solidFill>
          <a:latin typeface="+mj-lt"/>
          <a:ea typeface="+mj-ea"/>
          <a:cs typeface="Arial"/>
        </a:defRPr>
      </a:lvl1pPr>
    </p:titleStyle>
    <p:bodyStyle>
      <a:lvl1pPr marL="271463" indent="-271463" algn="l" defTabSz="914400" rtl="0" eaLnBrk="1" latinLnBrk="0" hangingPunct="1">
        <a:lnSpc>
          <a:spcPct val="90000"/>
        </a:lnSpc>
        <a:spcBef>
          <a:spcPts val="1200"/>
        </a:spcBef>
        <a:buFont typeface="Arial" panose="020B0604020202020204" pitchFamily="34" charset="0"/>
        <a:buChar char="•"/>
        <a:defRPr lang="zh-TW" altLang="en-US" sz="2000" b="1" kern="1200" baseline="0" dirty="0" smtClean="0">
          <a:solidFill>
            <a:schemeClr val="tx1"/>
          </a:solidFill>
          <a:latin typeface="+mj-lt"/>
          <a:ea typeface="+mn-ea"/>
          <a:cs typeface="Arial"/>
        </a:defRPr>
      </a:lvl1pPr>
      <a:lvl2pPr marL="804863" indent="-358775" algn="l" defTabSz="914400" rtl="0" eaLnBrk="1" latinLnBrk="0" hangingPunct="1">
        <a:lnSpc>
          <a:spcPct val="90000"/>
        </a:lnSpc>
        <a:spcBef>
          <a:spcPts val="900"/>
        </a:spcBef>
        <a:buFont typeface="Calibri Light" panose="020F0302020204030204" pitchFamily="34" charset="0"/>
        <a:buChar char="–"/>
        <a:defRPr sz="1600" b="1" kern="1200" baseline="0">
          <a:solidFill>
            <a:schemeClr val="tx1"/>
          </a:solidFill>
          <a:latin typeface="+mj-lt"/>
          <a:ea typeface="+mn-ea"/>
          <a:cs typeface="Arial"/>
        </a:defRPr>
      </a:lvl2pPr>
      <a:lvl3pPr marL="1077913" indent="-174625" algn="l" defTabSz="914400" rtl="0" eaLnBrk="1" latinLnBrk="0" hangingPunct="1">
        <a:lnSpc>
          <a:spcPct val="90000"/>
        </a:lnSpc>
        <a:spcBef>
          <a:spcPts val="600"/>
        </a:spcBef>
        <a:buFont typeface="Arial" panose="020B0604020202020204" pitchFamily="34" charset="0"/>
        <a:buChar char="-"/>
        <a:defRPr sz="1200" kern="1200" baseline="0">
          <a:solidFill>
            <a:schemeClr val="tx1"/>
          </a:solidFill>
          <a:latin typeface="+mj-lt"/>
          <a:ea typeface="+mn-ea"/>
          <a:cs typeface="Arial"/>
        </a:defRPr>
      </a:lvl3pPr>
      <a:lvl4pPr marL="1257300" indent="-177800" algn="l" defTabSz="914400" rtl="0" eaLnBrk="1" latinLnBrk="0" hangingPunct="1">
        <a:lnSpc>
          <a:spcPct val="90000"/>
        </a:lnSpc>
        <a:spcBef>
          <a:spcPts val="500"/>
        </a:spcBef>
        <a:buFont typeface="Arial" panose="020B0604020202020204" pitchFamily="34" charset="0"/>
        <a:buChar char="•"/>
        <a:defRPr sz="1200" kern="1200" baseline="0">
          <a:solidFill>
            <a:schemeClr val="tx1"/>
          </a:solidFill>
          <a:latin typeface="+mj-lt"/>
          <a:ea typeface="+mn-ea"/>
          <a:cs typeface="Arial"/>
        </a:defRPr>
      </a:lvl4pPr>
      <a:lvl5pPr marL="1435100" indent="-177800" algn="l" defTabSz="914400" rtl="0" eaLnBrk="1" latinLnBrk="0" hangingPunct="1">
        <a:lnSpc>
          <a:spcPct val="90000"/>
        </a:lnSpc>
        <a:spcBef>
          <a:spcPts val="500"/>
        </a:spcBef>
        <a:buFont typeface="Arial" panose="020B0604020202020204" pitchFamily="34" charset="0"/>
        <a:buChar char="-"/>
        <a:defRPr sz="1100" kern="1200" baseline="0">
          <a:solidFill>
            <a:schemeClr val="tx1"/>
          </a:solidFill>
          <a:latin typeface="+mj-lt"/>
          <a:ea typeface="+mn-ea"/>
          <a:cs typeface="Arial"/>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5556">
          <p15:clr>
            <a:srgbClr val="F26B43"/>
          </p15:clr>
        </p15:guide>
        <p15:guide id="2" orient="horz" pos="3833">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3.xml"/><Relationship Id="rId5" Type="http://schemas.openxmlformats.org/officeDocument/2006/relationships/image" Target="../media/image8.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3.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39A1E"/>
        </a:solidFill>
        <a:effectLst/>
      </p:bgPr>
    </p:bg>
    <p:spTree>
      <p:nvGrpSpPr>
        <p:cNvPr id="1" name=""/>
        <p:cNvGrpSpPr/>
        <p:nvPr/>
      </p:nvGrpSpPr>
      <p:grpSpPr>
        <a:xfrm>
          <a:off x="0" y="0"/>
          <a:ext cx="0" cy="0"/>
          <a:chOff x="0" y="0"/>
          <a:chExt cx="0" cy="0"/>
        </a:xfrm>
      </p:grpSpPr>
      <p:sp>
        <p:nvSpPr>
          <p:cNvPr id="4" name="文字版面配置區 20">
            <a:extLst>
              <a:ext uri="{FF2B5EF4-FFF2-40B4-BE49-F238E27FC236}">
                <a16:creationId xmlns:a16="http://schemas.microsoft.com/office/drawing/2014/main" id="{0878BF3B-8DAC-42C9-92B7-F9EC0BA19FCE}"/>
              </a:ext>
            </a:extLst>
          </p:cNvPr>
          <p:cNvSpPr>
            <a:spLocks noGrp="1"/>
          </p:cNvSpPr>
          <p:nvPr>
            <p:ph type="body" sz="quarter" idx="13" hasCustomPrompt="1"/>
          </p:nvPr>
        </p:nvSpPr>
        <p:spPr>
          <a:xfrm>
            <a:off x="2370668" y="2093214"/>
            <a:ext cx="5841788" cy="640462"/>
          </a:xfrm>
          <a:prstGeom prst="rect">
            <a:avLst/>
          </a:prstGeom>
        </p:spPr>
        <p:txBody>
          <a:bodyPr vert="horz" lIns="91440" tIns="45720" rIns="91440" bIns="45720" rtlCol="0" anchor="t">
            <a:normAutofit/>
          </a:bodyPr>
          <a:lstStyle>
            <a:lvl1pPr marL="0" marR="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sz="3200" b="1">
                <a:solidFill>
                  <a:schemeClr val="bg1"/>
                </a:solidFill>
                <a:latin typeface="Calibri" panose="020F0502020204030204" pitchFamily="34" charset="0"/>
                <a:ea typeface="Microsoft YaHei" panose="020B0503020204020204" pitchFamily="34" charset="-122"/>
              </a:defRPr>
            </a:lvl1pPr>
          </a:lstStyle>
          <a:p>
            <a:pPr>
              <a:defRPr/>
            </a:pPr>
            <a:r>
              <a:rPr lang="en-US" altLang="zh-CN" dirty="0"/>
              <a:t>AudioDSP C++ Library Guideline</a:t>
            </a:r>
            <a:endParaRPr lang="zh-TW" altLang="en-US" dirty="0"/>
          </a:p>
        </p:txBody>
      </p:sp>
      <p:sp>
        <p:nvSpPr>
          <p:cNvPr id="5" name="文字版面配置區 20">
            <a:extLst>
              <a:ext uri="{FF2B5EF4-FFF2-40B4-BE49-F238E27FC236}">
                <a16:creationId xmlns:a16="http://schemas.microsoft.com/office/drawing/2014/main" id="{6EF1C5E5-F541-45A7-A09E-49564F6BBF0C}"/>
              </a:ext>
            </a:extLst>
          </p:cNvPr>
          <p:cNvSpPr>
            <a:spLocks noGrp="1"/>
          </p:cNvSpPr>
          <p:nvPr>
            <p:ph type="body" sz="quarter" idx="14" hasCustomPrompt="1"/>
          </p:nvPr>
        </p:nvSpPr>
        <p:spPr>
          <a:xfrm>
            <a:off x="2370668" y="2800416"/>
            <a:ext cx="4218896" cy="640462"/>
          </a:xfrm>
          <a:prstGeom prst="rect">
            <a:avLst/>
          </a:prstGeom>
        </p:spPr>
        <p:txBody>
          <a:bodyPr/>
          <a:lstStyle>
            <a:lvl1pPr marL="0" marR="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sz="2000" b="1">
                <a:solidFill>
                  <a:schemeClr val="bg1"/>
                </a:solidFill>
                <a:latin typeface="Calibri" panose="020F0502020204030204" pitchFamily="34" charset="0"/>
                <a:ea typeface="Microsoft YaHei" panose="020B0503020204020204" pitchFamily="34" charset="-122"/>
              </a:defRPr>
            </a:lvl1pPr>
          </a:lstStyle>
          <a:p>
            <a:pPr marL="0" marR="0" lvl="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a:pPr>
            <a:r>
              <a:rPr lang="en-US" altLang="zh-TW" dirty="0"/>
              <a:t>MediaTek</a:t>
            </a:r>
            <a:endParaRPr lang="zh-TW" altLang="en-US" dirty="0"/>
          </a:p>
        </p:txBody>
      </p:sp>
    </p:spTree>
    <p:extLst>
      <p:ext uri="{BB962C8B-B14F-4D97-AF65-F5344CB8AC3E}">
        <p14:creationId xmlns:p14="http://schemas.microsoft.com/office/powerpoint/2010/main" val="286570134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編號版面配置區 1"/>
          <p:cNvSpPr>
            <a:spLocks noGrp="1"/>
          </p:cNvSpPr>
          <p:nvPr>
            <p:ph type="sldNum" sz="quarter" idx="4"/>
          </p:nvPr>
        </p:nvSpPr>
        <p:spPr/>
        <p:txBody>
          <a:bodyPr/>
          <a:lstStyle/>
          <a:p>
            <a:fld id="{0AEF9A4B-07C9-404C-9053-A3A2AC3AD5D6}" type="slidenum">
              <a:rPr lang="en-GB" smtClean="0"/>
              <a:pPr/>
              <a:t>2</a:t>
            </a:fld>
            <a:endParaRPr lang="en-GB" dirty="0"/>
          </a:p>
        </p:txBody>
      </p:sp>
      <p:sp>
        <p:nvSpPr>
          <p:cNvPr id="9" name="內容版面配置區 8"/>
          <p:cNvSpPr>
            <a:spLocks noGrp="1"/>
          </p:cNvSpPr>
          <p:nvPr>
            <p:ph type="body" sz="quarter" idx="10"/>
          </p:nvPr>
        </p:nvSpPr>
        <p:spPr/>
        <p:txBody>
          <a:bodyPr/>
          <a:lstStyle/>
          <a:p>
            <a:pPr rtl="0"/>
            <a:r>
              <a:rPr lang="en-US" altLang="zh-TW" dirty="0"/>
              <a:t>Local build C++ lib</a:t>
            </a:r>
          </a:p>
          <a:p>
            <a:pPr rtl="0"/>
            <a:r>
              <a:rPr lang="en-US" altLang="zh-TW" dirty="0"/>
              <a:t>How-to build-in in ADSP image</a:t>
            </a:r>
          </a:p>
          <a:p>
            <a:pPr rtl="0"/>
            <a:r>
              <a:rPr lang="en-US" altLang="zh-TW" dirty="0"/>
              <a:t>Add library to scenario</a:t>
            </a:r>
          </a:p>
          <a:p>
            <a:pPr rtl="0"/>
            <a:r>
              <a:rPr lang="en-US" altLang="zh-TW" dirty="0"/>
              <a:t>Limitation and notes</a:t>
            </a:r>
          </a:p>
          <a:p>
            <a:pPr rtl="0"/>
            <a:r>
              <a:rPr lang="en-US" altLang="zh-TW" dirty="0"/>
              <a:t>Appendix</a:t>
            </a:r>
          </a:p>
          <a:p>
            <a:pPr lvl="1"/>
            <a:r>
              <a:rPr lang="en-US" altLang="zh-TW" dirty="0"/>
              <a:t>ARSI-PROC APIs</a:t>
            </a:r>
          </a:p>
          <a:p>
            <a:pPr lvl="1"/>
            <a:r>
              <a:rPr lang="en-US" altLang="zh-TW" dirty="0"/>
              <a:t>ARSI-PAR APIs</a:t>
            </a:r>
            <a:endParaRPr lang="zh-TW" altLang="en-US" dirty="0"/>
          </a:p>
          <a:p>
            <a:r>
              <a:rPr lang="en-US" altLang="zh-TW" dirty="0"/>
              <a:t>C++ demo lib</a:t>
            </a:r>
          </a:p>
          <a:p>
            <a:pPr lvl="1"/>
            <a:endParaRPr lang="zh-TW" altLang="en-US" dirty="0"/>
          </a:p>
        </p:txBody>
      </p:sp>
      <p:sp>
        <p:nvSpPr>
          <p:cNvPr id="6" name="標題 4"/>
          <p:cNvSpPr>
            <a:spLocks noGrp="1"/>
          </p:cNvSpPr>
          <p:nvPr>
            <p:ph type="title"/>
          </p:nvPr>
        </p:nvSpPr>
        <p:spPr/>
        <p:txBody>
          <a:bodyPr/>
          <a:lstStyle/>
          <a:p>
            <a:r>
              <a:rPr lang="en-US" altLang="zh-TW" dirty="0"/>
              <a:t>Outline</a:t>
            </a:r>
            <a:endParaRPr lang="en-US" dirty="0"/>
          </a:p>
        </p:txBody>
      </p:sp>
    </p:spTree>
    <p:extLst>
      <p:ext uri="{BB962C8B-B14F-4D97-AF65-F5344CB8AC3E}">
        <p14:creationId xmlns:p14="http://schemas.microsoft.com/office/powerpoint/2010/main" val="79593673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8" name="直線接點 87">
            <a:extLst>
              <a:ext uri="{FF2B5EF4-FFF2-40B4-BE49-F238E27FC236}">
                <a16:creationId xmlns:a16="http://schemas.microsoft.com/office/drawing/2014/main" id="{63F7F561-06E3-4D05-8A8E-421A3B598B48}"/>
              </a:ext>
            </a:extLst>
          </p:cNvPr>
          <p:cNvCxnSpPr>
            <a:cxnSpLocks/>
          </p:cNvCxnSpPr>
          <p:nvPr/>
        </p:nvCxnSpPr>
        <p:spPr>
          <a:xfrm>
            <a:off x="1129145" y="1586345"/>
            <a:ext cx="6959206" cy="0"/>
          </a:xfrm>
          <a:prstGeom prst="line">
            <a:avLst/>
          </a:prstGeom>
          <a:ln w="9525">
            <a:solidFill>
              <a:schemeClr val="bg1">
                <a:lumMod val="75000"/>
              </a:schemeClr>
            </a:solidFill>
            <a:prstDash val="dash"/>
          </a:ln>
        </p:spPr>
        <p:style>
          <a:lnRef idx="1">
            <a:schemeClr val="dk1"/>
          </a:lnRef>
          <a:fillRef idx="0">
            <a:schemeClr val="dk1"/>
          </a:fillRef>
          <a:effectRef idx="0">
            <a:schemeClr val="dk1"/>
          </a:effectRef>
          <a:fontRef idx="minor">
            <a:schemeClr val="tx1"/>
          </a:fontRef>
        </p:style>
      </p:cxnSp>
      <p:sp>
        <p:nvSpPr>
          <p:cNvPr id="12" name="矩形 11">
            <a:extLst>
              <a:ext uri="{FF2B5EF4-FFF2-40B4-BE49-F238E27FC236}">
                <a16:creationId xmlns:a16="http://schemas.microsoft.com/office/drawing/2014/main" id="{FCD6F31B-BCAD-4ADA-8E9C-ED52A8B4C55C}"/>
              </a:ext>
            </a:extLst>
          </p:cNvPr>
          <p:cNvSpPr/>
          <p:nvPr/>
        </p:nvSpPr>
        <p:spPr>
          <a:xfrm>
            <a:off x="2500517" y="799275"/>
            <a:ext cx="4835137" cy="638107"/>
          </a:xfrm>
          <a:prstGeom prst="rect">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Calibri" panose="020F0502020204030204" pitchFamily="34" charset="0"/>
              <a:cs typeface="Calibri" panose="020F0502020204030204" pitchFamily="34" charset="0"/>
            </a:endParaRPr>
          </a:p>
        </p:txBody>
      </p:sp>
      <p:sp>
        <p:nvSpPr>
          <p:cNvPr id="2" name="投影片編號版面配置區 1">
            <a:extLst>
              <a:ext uri="{FF2B5EF4-FFF2-40B4-BE49-F238E27FC236}">
                <a16:creationId xmlns:a16="http://schemas.microsoft.com/office/drawing/2014/main" id="{31BE9DC0-A0DC-44B9-A9A5-FA3495B26D2D}"/>
              </a:ext>
            </a:extLst>
          </p:cNvPr>
          <p:cNvSpPr>
            <a:spLocks noGrp="1"/>
          </p:cNvSpPr>
          <p:nvPr>
            <p:ph type="sldNum" sz="quarter" idx="4"/>
          </p:nvPr>
        </p:nvSpPr>
        <p:spPr/>
        <p:txBody>
          <a:bodyPr/>
          <a:lstStyle/>
          <a:p>
            <a:fld id="{0AEF9A4B-07C9-404C-9053-A3A2AC3AD5D6}" type="slidenum">
              <a:rPr lang="en-GB" smtClean="0"/>
              <a:pPr/>
              <a:t>3</a:t>
            </a:fld>
            <a:endParaRPr lang="en-GB" dirty="0"/>
          </a:p>
        </p:txBody>
      </p:sp>
      <p:sp>
        <p:nvSpPr>
          <p:cNvPr id="79" name="標題 78">
            <a:extLst>
              <a:ext uri="{FF2B5EF4-FFF2-40B4-BE49-F238E27FC236}">
                <a16:creationId xmlns:a16="http://schemas.microsoft.com/office/drawing/2014/main" id="{AA8C1543-03CE-478D-BFC7-F66F49CA3307}"/>
              </a:ext>
            </a:extLst>
          </p:cNvPr>
          <p:cNvSpPr>
            <a:spLocks noGrp="1"/>
          </p:cNvSpPr>
          <p:nvPr>
            <p:ph type="title"/>
          </p:nvPr>
        </p:nvSpPr>
        <p:spPr/>
        <p:txBody>
          <a:bodyPr/>
          <a:lstStyle/>
          <a:p>
            <a:r>
              <a:rPr lang="en-US" altLang="zh-TW" dirty="0"/>
              <a:t>Flow</a:t>
            </a:r>
            <a:endParaRPr lang="zh-TW" altLang="en-US" dirty="0"/>
          </a:p>
        </p:txBody>
      </p:sp>
      <p:sp>
        <p:nvSpPr>
          <p:cNvPr id="3" name="矩形 2">
            <a:extLst>
              <a:ext uri="{FF2B5EF4-FFF2-40B4-BE49-F238E27FC236}">
                <a16:creationId xmlns:a16="http://schemas.microsoft.com/office/drawing/2014/main" id="{B1F1F449-CD96-4C52-9869-8AB93014054C}"/>
              </a:ext>
            </a:extLst>
          </p:cNvPr>
          <p:cNvSpPr/>
          <p:nvPr/>
        </p:nvSpPr>
        <p:spPr>
          <a:xfrm>
            <a:off x="3783308" y="1990686"/>
            <a:ext cx="828881" cy="361813"/>
          </a:xfrm>
          <a:prstGeom prst="rect">
            <a:avLst/>
          </a:prstGeom>
          <a:solidFill>
            <a:schemeClr val="bg2"/>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altLang="zh-TW" dirty="0">
                <a:solidFill>
                  <a:schemeClr val="tx1"/>
                </a:solidFill>
                <a:latin typeface="Calibri" panose="020F0502020204030204" pitchFamily="34" charset="0"/>
                <a:cs typeface="Calibri" panose="020F0502020204030204" pitchFamily="34" charset="0"/>
              </a:rPr>
              <a:t>By IDE</a:t>
            </a:r>
            <a:endParaRPr lang="zh-TW" altLang="en-US" dirty="0">
              <a:solidFill>
                <a:schemeClr val="tx1"/>
              </a:solidFill>
              <a:latin typeface="Calibri" panose="020F0502020204030204" pitchFamily="34" charset="0"/>
              <a:cs typeface="Calibri" panose="020F0502020204030204" pitchFamily="34" charset="0"/>
            </a:endParaRPr>
          </a:p>
        </p:txBody>
      </p:sp>
      <p:sp>
        <p:nvSpPr>
          <p:cNvPr id="5" name="矩形 4">
            <a:extLst>
              <a:ext uri="{FF2B5EF4-FFF2-40B4-BE49-F238E27FC236}">
                <a16:creationId xmlns:a16="http://schemas.microsoft.com/office/drawing/2014/main" id="{11586965-B0C4-4825-B053-2F07E371F4E9}"/>
              </a:ext>
            </a:extLst>
          </p:cNvPr>
          <p:cNvSpPr/>
          <p:nvPr/>
        </p:nvSpPr>
        <p:spPr>
          <a:xfrm>
            <a:off x="4744854" y="1990686"/>
            <a:ext cx="1393528" cy="361813"/>
          </a:xfrm>
          <a:prstGeom prst="rect">
            <a:avLst/>
          </a:prstGeom>
          <a:solidFill>
            <a:schemeClr val="bg2"/>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altLang="zh-TW" dirty="0">
                <a:solidFill>
                  <a:schemeClr val="tx1"/>
                </a:solidFill>
                <a:latin typeface="Calibri" panose="020F0502020204030204" pitchFamily="34" charset="0"/>
                <a:cs typeface="Calibri" panose="020F0502020204030204" pitchFamily="34" charset="0"/>
              </a:rPr>
              <a:t>By linux cmd</a:t>
            </a:r>
            <a:endParaRPr lang="zh-TW" altLang="en-US" dirty="0">
              <a:solidFill>
                <a:schemeClr val="tx1"/>
              </a:solidFill>
              <a:latin typeface="Calibri" panose="020F0502020204030204" pitchFamily="34" charset="0"/>
              <a:cs typeface="Calibri" panose="020F0502020204030204" pitchFamily="34" charset="0"/>
            </a:endParaRPr>
          </a:p>
        </p:txBody>
      </p:sp>
      <p:sp>
        <p:nvSpPr>
          <p:cNvPr id="6" name="文字方塊 5">
            <a:extLst>
              <a:ext uri="{FF2B5EF4-FFF2-40B4-BE49-F238E27FC236}">
                <a16:creationId xmlns:a16="http://schemas.microsoft.com/office/drawing/2014/main" id="{BECAA102-916E-485B-B2AF-CF61D1B02E77}"/>
              </a:ext>
            </a:extLst>
          </p:cNvPr>
          <p:cNvSpPr txBox="1"/>
          <p:nvPr/>
        </p:nvSpPr>
        <p:spPr>
          <a:xfrm>
            <a:off x="1186479" y="1941545"/>
            <a:ext cx="2072202" cy="545603"/>
          </a:xfrm>
          <a:prstGeom prst="rect">
            <a:avLst/>
          </a:prstGeom>
        </p:spPr>
        <p:txBody>
          <a:bodyPr wrap="none" lIns="0" tIns="0" rIns="0" bIns="0" rtlCol="0">
            <a:noAutofit/>
          </a:bodyPr>
          <a:lstStyle/>
          <a:p>
            <a:r>
              <a:rPr lang="en-US" altLang="zh-TW" dirty="0">
                <a:latin typeface="Calibri" panose="020F0502020204030204" pitchFamily="34" charset="0"/>
                <a:cs typeface="Calibri" panose="020F0502020204030204" pitchFamily="34" charset="0"/>
              </a:rPr>
              <a:t>Local prebuild library</a:t>
            </a:r>
          </a:p>
          <a:p>
            <a:r>
              <a:rPr lang="en-US" altLang="zh-TW" sz="1400" dirty="0">
                <a:latin typeface="Calibri" panose="020F0502020204030204" pitchFamily="34" charset="0"/>
                <a:cs typeface="Calibri" panose="020F0502020204030204" pitchFamily="34" charset="0"/>
              </a:rPr>
              <a:t>(choose either one)</a:t>
            </a:r>
            <a:endParaRPr lang="zh-TW" altLang="en-US" sz="1400" dirty="0">
              <a:latin typeface="Calibri" panose="020F0502020204030204" pitchFamily="34" charset="0"/>
              <a:cs typeface="Calibri" panose="020F0502020204030204" pitchFamily="34" charset="0"/>
            </a:endParaRPr>
          </a:p>
        </p:txBody>
      </p:sp>
      <p:sp>
        <p:nvSpPr>
          <p:cNvPr id="7" name="矩形 6">
            <a:extLst>
              <a:ext uri="{FF2B5EF4-FFF2-40B4-BE49-F238E27FC236}">
                <a16:creationId xmlns:a16="http://schemas.microsoft.com/office/drawing/2014/main" id="{D813C25F-C19C-490C-9A3C-C249308B40DD}"/>
              </a:ext>
            </a:extLst>
          </p:cNvPr>
          <p:cNvSpPr/>
          <p:nvPr/>
        </p:nvSpPr>
        <p:spPr>
          <a:xfrm>
            <a:off x="2681674" y="937606"/>
            <a:ext cx="1393528" cy="361813"/>
          </a:xfrm>
          <a:prstGeom prst="rect">
            <a:avLst/>
          </a:prstGeom>
          <a:solidFill>
            <a:srgbClr val="C00000"/>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altLang="zh-TW" dirty="0">
                <a:latin typeface="Calibri" panose="020F0502020204030204" pitchFamily="34" charset="0"/>
                <a:cs typeface="Calibri" panose="020F0502020204030204" pitchFamily="34" charset="0"/>
              </a:rPr>
              <a:t>HWCFG</a:t>
            </a:r>
            <a:endParaRPr lang="zh-TW" altLang="en-US" dirty="0">
              <a:latin typeface="Calibri" panose="020F0502020204030204" pitchFamily="34" charset="0"/>
              <a:cs typeface="Calibri" panose="020F0502020204030204" pitchFamily="34" charset="0"/>
            </a:endParaRPr>
          </a:p>
        </p:txBody>
      </p:sp>
      <p:sp>
        <p:nvSpPr>
          <p:cNvPr id="8" name="矩形 7">
            <a:extLst>
              <a:ext uri="{FF2B5EF4-FFF2-40B4-BE49-F238E27FC236}">
                <a16:creationId xmlns:a16="http://schemas.microsoft.com/office/drawing/2014/main" id="{3DCA39B9-BB61-4448-A6B6-F77611630B6A}"/>
              </a:ext>
            </a:extLst>
          </p:cNvPr>
          <p:cNvSpPr/>
          <p:nvPr/>
        </p:nvSpPr>
        <p:spPr>
          <a:xfrm>
            <a:off x="4246241" y="938702"/>
            <a:ext cx="1393528" cy="361813"/>
          </a:xfrm>
          <a:prstGeom prst="rect">
            <a:avLst/>
          </a:prstGeom>
          <a:solidFill>
            <a:srgbClr val="C00000"/>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altLang="zh-TW" dirty="0">
                <a:latin typeface="Calibri" panose="020F0502020204030204" pitchFamily="34" charset="0"/>
                <a:cs typeface="Calibri" panose="020F0502020204030204" pitchFamily="34" charset="0"/>
              </a:rPr>
              <a:t>Toolchain</a:t>
            </a:r>
            <a:endParaRPr lang="zh-TW" altLang="en-US" dirty="0">
              <a:latin typeface="Calibri" panose="020F0502020204030204" pitchFamily="34" charset="0"/>
              <a:cs typeface="Calibri" panose="020F0502020204030204" pitchFamily="34" charset="0"/>
            </a:endParaRPr>
          </a:p>
        </p:txBody>
      </p:sp>
      <p:sp>
        <p:nvSpPr>
          <p:cNvPr id="9" name="矩形 8">
            <a:extLst>
              <a:ext uri="{FF2B5EF4-FFF2-40B4-BE49-F238E27FC236}">
                <a16:creationId xmlns:a16="http://schemas.microsoft.com/office/drawing/2014/main" id="{CC4135B8-F3A8-4D37-91F1-C603F9263A1F}"/>
              </a:ext>
            </a:extLst>
          </p:cNvPr>
          <p:cNvSpPr/>
          <p:nvPr/>
        </p:nvSpPr>
        <p:spPr>
          <a:xfrm>
            <a:off x="5810808" y="938702"/>
            <a:ext cx="1393528" cy="361813"/>
          </a:xfrm>
          <a:prstGeom prst="rect">
            <a:avLst/>
          </a:prstGeom>
          <a:solidFill>
            <a:srgbClr val="C00000"/>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altLang="zh-TW" dirty="0">
                <a:latin typeface="Calibri" panose="020F0502020204030204" pitchFamily="34" charset="0"/>
                <a:cs typeface="Calibri" panose="020F0502020204030204" pitchFamily="34" charset="0"/>
              </a:rPr>
              <a:t>Source code</a:t>
            </a:r>
            <a:endParaRPr lang="zh-TW" altLang="en-US" dirty="0">
              <a:latin typeface="Calibri" panose="020F0502020204030204" pitchFamily="34" charset="0"/>
              <a:cs typeface="Calibri" panose="020F0502020204030204" pitchFamily="34" charset="0"/>
            </a:endParaRPr>
          </a:p>
        </p:txBody>
      </p:sp>
      <p:sp>
        <p:nvSpPr>
          <p:cNvPr id="10" name="文字方塊 9">
            <a:extLst>
              <a:ext uri="{FF2B5EF4-FFF2-40B4-BE49-F238E27FC236}">
                <a16:creationId xmlns:a16="http://schemas.microsoft.com/office/drawing/2014/main" id="{560C11FA-78DA-4826-AC98-8EB6C1151AC4}"/>
              </a:ext>
            </a:extLst>
          </p:cNvPr>
          <p:cNvSpPr txBox="1"/>
          <p:nvPr/>
        </p:nvSpPr>
        <p:spPr>
          <a:xfrm>
            <a:off x="1186479" y="976890"/>
            <a:ext cx="1188501" cy="289451"/>
          </a:xfrm>
          <a:prstGeom prst="rect">
            <a:avLst/>
          </a:prstGeom>
        </p:spPr>
        <p:txBody>
          <a:bodyPr wrap="none" lIns="0" tIns="0" rIns="0" bIns="0" rtlCol="0">
            <a:noAutofit/>
          </a:bodyPr>
          <a:lstStyle/>
          <a:p>
            <a:r>
              <a:rPr lang="en-US" altLang="zh-TW" dirty="0">
                <a:latin typeface="Calibri" panose="020F0502020204030204" pitchFamily="34" charset="0"/>
                <a:cs typeface="Calibri" panose="020F0502020204030204" pitchFamily="34" charset="0"/>
              </a:rPr>
              <a:t>Preparation</a:t>
            </a:r>
            <a:endParaRPr lang="zh-TW" altLang="en-US" dirty="0">
              <a:latin typeface="Calibri" panose="020F0502020204030204" pitchFamily="34" charset="0"/>
              <a:cs typeface="Calibri" panose="020F0502020204030204" pitchFamily="34" charset="0"/>
            </a:endParaRPr>
          </a:p>
        </p:txBody>
      </p:sp>
      <p:cxnSp>
        <p:nvCxnSpPr>
          <p:cNvPr id="17" name="接點: 肘形 16">
            <a:extLst>
              <a:ext uri="{FF2B5EF4-FFF2-40B4-BE49-F238E27FC236}">
                <a16:creationId xmlns:a16="http://schemas.microsoft.com/office/drawing/2014/main" id="{AEBC0638-F3A5-40F3-B6F3-DCD89B52A235}"/>
              </a:ext>
            </a:extLst>
          </p:cNvPr>
          <p:cNvCxnSpPr>
            <a:cxnSpLocks/>
            <a:stCxn id="12" idx="2"/>
            <a:endCxn id="3" idx="0"/>
          </p:cNvCxnSpPr>
          <p:nvPr/>
        </p:nvCxnSpPr>
        <p:spPr>
          <a:xfrm rot="5400000">
            <a:off x="4281266" y="1353866"/>
            <a:ext cx="553304" cy="720337"/>
          </a:xfrm>
          <a:prstGeom prst="bentConnector3">
            <a:avLst/>
          </a:prstGeom>
          <a:ln w="12700">
            <a:tailEnd type="triangle"/>
          </a:ln>
        </p:spPr>
        <p:style>
          <a:lnRef idx="1">
            <a:schemeClr val="dk1"/>
          </a:lnRef>
          <a:fillRef idx="0">
            <a:schemeClr val="dk1"/>
          </a:fillRef>
          <a:effectRef idx="0">
            <a:schemeClr val="dk1"/>
          </a:effectRef>
          <a:fontRef idx="minor">
            <a:schemeClr val="tx1"/>
          </a:fontRef>
        </p:style>
      </p:cxnSp>
      <p:cxnSp>
        <p:nvCxnSpPr>
          <p:cNvPr id="18" name="接點: 肘形 17">
            <a:extLst>
              <a:ext uri="{FF2B5EF4-FFF2-40B4-BE49-F238E27FC236}">
                <a16:creationId xmlns:a16="http://schemas.microsoft.com/office/drawing/2014/main" id="{BAEAF1D2-974A-431D-A5AF-FC3055B2D434}"/>
              </a:ext>
            </a:extLst>
          </p:cNvPr>
          <p:cNvCxnSpPr>
            <a:cxnSpLocks/>
            <a:stCxn id="12" idx="2"/>
            <a:endCxn id="5" idx="0"/>
          </p:cNvCxnSpPr>
          <p:nvPr/>
        </p:nvCxnSpPr>
        <p:spPr>
          <a:xfrm rot="16200000" flipH="1">
            <a:off x="4903200" y="1452268"/>
            <a:ext cx="553304" cy="523532"/>
          </a:xfrm>
          <a:prstGeom prst="bentConnector3">
            <a:avLst/>
          </a:prstGeom>
          <a:ln w="12700">
            <a:tailEnd type="triangle"/>
          </a:ln>
        </p:spPr>
        <p:style>
          <a:lnRef idx="1">
            <a:schemeClr val="dk1"/>
          </a:lnRef>
          <a:fillRef idx="0">
            <a:schemeClr val="dk1"/>
          </a:fillRef>
          <a:effectRef idx="0">
            <a:schemeClr val="dk1"/>
          </a:effectRef>
          <a:fontRef idx="minor">
            <a:schemeClr val="tx1"/>
          </a:fontRef>
        </p:style>
      </p:cxnSp>
      <p:cxnSp>
        <p:nvCxnSpPr>
          <p:cNvPr id="21" name="接點: 肘形 20">
            <a:extLst>
              <a:ext uri="{FF2B5EF4-FFF2-40B4-BE49-F238E27FC236}">
                <a16:creationId xmlns:a16="http://schemas.microsoft.com/office/drawing/2014/main" id="{FF4B298A-4BBE-40BB-82F6-D3109E535BCE}"/>
              </a:ext>
            </a:extLst>
          </p:cNvPr>
          <p:cNvCxnSpPr>
            <a:cxnSpLocks/>
            <a:stCxn id="3" idx="2"/>
            <a:endCxn id="61" idx="0"/>
          </p:cNvCxnSpPr>
          <p:nvPr/>
        </p:nvCxnSpPr>
        <p:spPr>
          <a:xfrm rot="16200000" flipH="1">
            <a:off x="4367128" y="2183120"/>
            <a:ext cx="418446" cy="757204"/>
          </a:xfrm>
          <a:prstGeom prst="bentConnector3">
            <a:avLst>
              <a:gd name="adj1" fmla="val 50000"/>
            </a:avLst>
          </a:prstGeom>
          <a:ln w="12700">
            <a:tailEnd type="triangle"/>
          </a:ln>
        </p:spPr>
        <p:style>
          <a:lnRef idx="1">
            <a:schemeClr val="dk1"/>
          </a:lnRef>
          <a:fillRef idx="0">
            <a:schemeClr val="dk1"/>
          </a:fillRef>
          <a:effectRef idx="0">
            <a:schemeClr val="dk1"/>
          </a:effectRef>
          <a:fontRef idx="minor">
            <a:schemeClr val="tx1"/>
          </a:fontRef>
        </p:style>
      </p:cxnSp>
      <p:cxnSp>
        <p:nvCxnSpPr>
          <p:cNvPr id="27" name="接點: 肘形 26">
            <a:extLst>
              <a:ext uri="{FF2B5EF4-FFF2-40B4-BE49-F238E27FC236}">
                <a16:creationId xmlns:a16="http://schemas.microsoft.com/office/drawing/2014/main" id="{C54AD093-A768-41BB-8694-9C6EB4093C4A}"/>
              </a:ext>
            </a:extLst>
          </p:cNvPr>
          <p:cNvCxnSpPr>
            <a:cxnSpLocks/>
            <a:stCxn id="5" idx="2"/>
            <a:endCxn id="61" idx="0"/>
          </p:cNvCxnSpPr>
          <p:nvPr/>
        </p:nvCxnSpPr>
        <p:spPr>
          <a:xfrm rot="5400000">
            <a:off x="4989063" y="2318390"/>
            <a:ext cx="418446" cy="486665"/>
          </a:xfrm>
          <a:prstGeom prst="bentConnector3">
            <a:avLst>
              <a:gd name="adj1" fmla="val 50000"/>
            </a:avLst>
          </a:prstGeom>
          <a:ln w="12700">
            <a:tailEnd type="triangle"/>
          </a:ln>
        </p:spPr>
        <p:style>
          <a:lnRef idx="1">
            <a:schemeClr val="dk1"/>
          </a:lnRef>
          <a:fillRef idx="0">
            <a:schemeClr val="dk1"/>
          </a:fillRef>
          <a:effectRef idx="0">
            <a:schemeClr val="dk1"/>
          </a:effectRef>
          <a:fontRef idx="minor">
            <a:schemeClr val="tx1"/>
          </a:fontRef>
        </p:style>
      </p:cxnSp>
      <p:cxnSp>
        <p:nvCxnSpPr>
          <p:cNvPr id="30" name="接點: 肘形 29">
            <a:extLst>
              <a:ext uri="{FF2B5EF4-FFF2-40B4-BE49-F238E27FC236}">
                <a16:creationId xmlns:a16="http://schemas.microsoft.com/office/drawing/2014/main" id="{766C8171-D5AF-4E22-B083-BC5B3CE0BE28}"/>
              </a:ext>
            </a:extLst>
          </p:cNvPr>
          <p:cNvCxnSpPr>
            <a:cxnSpLocks/>
            <a:stCxn id="61" idx="2"/>
            <a:endCxn id="14" idx="0"/>
          </p:cNvCxnSpPr>
          <p:nvPr/>
        </p:nvCxnSpPr>
        <p:spPr>
          <a:xfrm rot="16200000" flipH="1">
            <a:off x="4839710" y="3248001"/>
            <a:ext cx="242270" cy="11784"/>
          </a:xfrm>
          <a:prstGeom prst="bentConnector3">
            <a:avLst>
              <a:gd name="adj1" fmla="val -77620"/>
            </a:avLst>
          </a:prstGeom>
          <a:ln w="12700">
            <a:tailEnd type="triangle"/>
          </a:ln>
        </p:spPr>
        <p:style>
          <a:lnRef idx="1">
            <a:schemeClr val="dk1"/>
          </a:lnRef>
          <a:fillRef idx="0">
            <a:schemeClr val="dk1"/>
          </a:fillRef>
          <a:effectRef idx="0">
            <a:schemeClr val="dk1"/>
          </a:effectRef>
          <a:fontRef idx="minor">
            <a:schemeClr val="tx1"/>
          </a:fontRef>
        </p:style>
      </p:cxnSp>
      <p:cxnSp>
        <p:nvCxnSpPr>
          <p:cNvPr id="33" name="接點: 肘形 32">
            <a:extLst>
              <a:ext uri="{FF2B5EF4-FFF2-40B4-BE49-F238E27FC236}">
                <a16:creationId xmlns:a16="http://schemas.microsoft.com/office/drawing/2014/main" id="{2CA5979C-5837-4249-8891-92AB3A2D68C0}"/>
              </a:ext>
            </a:extLst>
          </p:cNvPr>
          <p:cNvCxnSpPr>
            <a:cxnSpLocks/>
            <a:stCxn id="14" idx="2"/>
            <a:endCxn id="62" idx="0"/>
          </p:cNvCxnSpPr>
          <p:nvPr/>
        </p:nvCxnSpPr>
        <p:spPr>
          <a:xfrm rot="16200000" flipH="1">
            <a:off x="4848777" y="3854800"/>
            <a:ext cx="242270" cy="6351"/>
          </a:xfrm>
          <a:prstGeom prst="bentConnector3">
            <a:avLst>
              <a:gd name="adj1" fmla="val -1592"/>
            </a:avLst>
          </a:prstGeom>
          <a:ln w="12700">
            <a:tailEnd type="triangle"/>
          </a:ln>
        </p:spPr>
        <p:style>
          <a:lnRef idx="1">
            <a:schemeClr val="dk1"/>
          </a:lnRef>
          <a:fillRef idx="0">
            <a:schemeClr val="dk1"/>
          </a:fillRef>
          <a:effectRef idx="0">
            <a:schemeClr val="dk1"/>
          </a:effectRef>
          <a:fontRef idx="minor">
            <a:schemeClr val="tx1"/>
          </a:fontRef>
        </p:style>
      </p:cxnSp>
      <p:sp>
        <p:nvSpPr>
          <p:cNvPr id="61" name="矩形 60">
            <a:extLst>
              <a:ext uri="{FF2B5EF4-FFF2-40B4-BE49-F238E27FC236}">
                <a16:creationId xmlns:a16="http://schemas.microsoft.com/office/drawing/2014/main" id="{86871642-9CAE-4C53-B91C-36EBB0C86F90}"/>
              </a:ext>
            </a:extLst>
          </p:cNvPr>
          <p:cNvSpPr/>
          <p:nvPr/>
        </p:nvSpPr>
        <p:spPr>
          <a:xfrm>
            <a:off x="3783308" y="2770945"/>
            <a:ext cx="2343289" cy="361813"/>
          </a:xfrm>
          <a:prstGeom prst="rect">
            <a:avLst/>
          </a:prstGeom>
          <a:solidFill>
            <a:schemeClr val="accent1">
              <a:lumMod val="40000"/>
              <a:lumOff val="60000"/>
            </a:schemeClr>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altLang="zh-TW" dirty="0">
                <a:solidFill>
                  <a:schemeClr val="tx1"/>
                </a:solidFill>
                <a:latin typeface="Calibri" panose="020F0502020204030204" pitchFamily="34" charset="0"/>
                <a:cs typeface="Calibri" panose="020F0502020204030204" pitchFamily="34" charset="0"/>
              </a:rPr>
              <a:t>.a file</a:t>
            </a:r>
            <a:endParaRPr lang="zh-TW" altLang="en-US" dirty="0">
              <a:solidFill>
                <a:schemeClr val="tx1"/>
              </a:solidFill>
              <a:latin typeface="Calibri" panose="020F0502020204030204" pitchFamily="34" charset="0"/>
              <a:cs typeface="Calibri" panose="020F0502020204030204" pitchFamily="34" charset="0"/>
            </a:endParaRPr>
          </a:p>
        </p:txBody>
      </p:sp>
      <p:sp>
        <p:nvSpPr>
          <p:cNvPr id="62" name="矩形 61">
            <a:extLst>
              <a:ext uri="{FF2B5EF4-FFF2-40B4-BE49-F238E27FC236}">
                <a16:creationId xmlns:a16="http://schemas.microsoft.com/office/drawing/2014/main" id="{6CD992A5-7AB5-4913-B414-8205582BDC6A}"/>
              </a:ext>
            </a:extLst>
          </p:cNvPr>
          <p:cNvSpPr/>
          <p:nvPr/>
        </p:nvSpPr>
        <p:spPr>
          <a:xfrm>
            <a:off x="3801443" y="3979111"/>
            <a:ext cx="2343289" cy="361813"/>
          </a:xfrm>
          <a:prstGeom prst="rect">
            <a:avLst/>
          </a:prstGeom>
          <a:solidFill>
            <a:schemeClr val="accent3">
              <a:lumMod val="50000"/>
            </a:schemeClr>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altLang="zh-TW" dirty="0">
                <a:solidFill>
                  <a:schemeClr val="bg1"/>
                </a:solidFill>
                <a:latin typeface="Calibri" panose="020F0502020204030204" pitchFamily="34" charset="0"/>
                <a:cs typeface="Calibri" panose="020F0502020204030204" pitchFamily="34" charset="0"/>
              </a:rPr>
              <a:t>Add to scenarios</a:t>
            </a:r>
            <a:endParaRPr lang="zh-TW" altLang="en-US" dirty="0">
              <a:solidFill>
                <a:schemeClr val="bg1"/>
              </a:solidFill>
              <a:latin typeface="Calibri" panose="020F0502020204030204" pitchFamily="34" charset="0"/>
              <a:cs typeface="Calibri" panose="020F0502020204030204" pitchFamily="34" charset="0"/>
            </a:endParaRPr>
          </a:p>
        </p:txBody>
      </p:sp>
      <p:sp>
        <p:nvSpPr>
          <p:cNvPr id="75" name="文字方塊 74">
            <a:extLst>
              <a:ext uri="{FF2B5EF4-FFF2-40B4-BE49-F238E27FC236}">
                <a16:creationId xmlns:a16="http://schemas.microsoft.com/office/drawing/2014/main" id="{20149361-F1E5-485A-B5DE-B3637D14E549}"/>
              </a:ext>
            </a:extLst>
          </p:cNvPr>
          <p:cNvSpPr txBox="1"/>
          <p:nvPr/>
        </p:nvSpPr>
        <p:spPr>
          <a:xfrm>
            <a:off x="1186479" y="2807125"/>
            <a:ext cx="2072202" cy="289451"/>
          </a:xfrm>
          <a:prstGeom prst="rect">
            <a:avLst/>
          </a:prstGeom>
        </p:spPr>
        <p:txBody>
          <a:bodyPr wrap="none" lIns="0" tIns="0" rIns="0" bIns="0" rtlCol="0">
            <a:noAutofit/>
          </a:bodyPr>
          <a:lstStyle/>
          <a:p>
            <a:r>
              <a:rPr lang="en-US" altLang="zh-TW" dirty="0">
                <a:latin typeface="Calibri" panose="020F0502020204030204" pitchFamily="34" charset="0"/>
                <a:cs typeface="Calibri" panose="020F0502020204030204" pitchFamily="34" charset="0"/>
              </a:rPr>
              <a:t>Output library file</a:t>
            </a:r>
            <a:endParaRPr lang="zh-TW" altLang="en-US" dirty="0">
              <a:latin typeface="Calibri" panose="020F0502020204030204" pitchFamily="34" charset="0"/>
              <a:cs typeface="Calibri" panose="020F0502020204030204" pitchFamily="34" charset="0"/>
            </a:endParaRPr>
          </a:p>
        </p:txBody>
      </p:sp>
      <p:sp>
        <p:nvSpPr>
          <p:cNvPr id="14" name="矩形 13">
            <a:extLst>
              <a:ext uri="{FF2B5EF4-FFF2-40B4-BE49-F238E27FC236}">
                <a16:creationId xmlns:a16="http://schemas.microsoft.com/office/drawing/2014/main" id="{1C382AB4-7D99-414E-946D-65DC46CFED80}"/>
              </a:ext>
            </a:extLst>
          </p:cNvPr>
          <p:cNvSpPr/>
          <p:nvPr/>
        </p:nvSpPr>
        <p:spPr>
          <a:xfrm>
            <a:off x="3795092" y="3375028"/>
            <a:ext cx="2343289" cy="361813"/>
          </a:xfrm>
          <a:prstGeom prst="rect">
            <a:avLst/>
          </a:prstGeom>
          <a:solidFill>
            <a:schemeClr val="accent5"/>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altLang="zh-TW" dirty="0">
                <a:solidFill>
                  <a:schemeClr val="bg1"/>
                </a:solidFill>
                <a:latin typeface="Calibri" panose="020F0502020204030204" pitchFamily="34" charset="0"/>
                <a:cs typeface="Calibri" panose="020F0502020204030204" pitchFamily="34" charset="0"/>
              </a:rPr>
              <a:t>Build-in in ADSP image</a:t>
            </a:r>
            <a:endParaRPr lang="zh-TW" altLang="en-US" dirty="0">
              <a:solidFill>
                <a:schemeClr val="bg1"/>
              </a:solidFill>
              <a:latin typeface="Calibri" panose="020F0502020204030204" pitchFamily="34" charset="0"/>
              <a:cs typeface="Calibri" panose="020F0502020204030204" pitchFamily="34" charset="0"/>
            </a:endParaRPr>
          </a:p>
        </p:txBody>
      </p:sp>
      <p:sp>
        <p:nvSpPr>
          <p:cNvPr id="86" name="文字方塊 85">
            <a:extLst>
              <a:ext uri="{FF2B5EF4-FFF2-40B4-BE49-F238E27FC236}">
                <a16:creationId xmlns:a16="http://schemas.microsoft.com/office/drawing/2014/main" id="{ECBF6FA3-3A6B-4454-B8A3-23EA3F932759}"/>
              </a:ext>
            </a:extLst>
          </p:cNvPr>
          <p:cNvSpPr txBox="1"/>
          <p:nvPr/>
        </p:nvSpPr>
        <p:spPr>
          <a:xfrm>
            <a:off x="7461191" y="1240267"/>
            <a:ext cx="1458972" cy="202827"/>
          </a:xfrm>
          <a:prstGeom prst="rect">
            <a:avLst/>
          </a:prstGeom>
        </p:spPr>
        <p:txBody>
          <a:bodyPr wrap="none" lIns="0" tIns="0" rIns="0" bIns="0" rtlCol="0">
            <a:noAutofit/>
          </a:bodyPr>
          <a:lstStyle/>
          <a:p>
            <a:endParaRPr lang="zh-TW" altLang="en-US" sz="1100" dirty="0">
              <a:solidFill>
                <a:schemeClr val="bg1">
                  <a:lumMod val="65000"/>
                </a:schemeClr>
              </a:solidFill>
              <a:latin typeface="Calibri" panose="020F0502020204030204" pitchFamily="34" charset="0"/>
              <a:cs typeface="Calibri" panose="020F0502020204030204" pitchFamily="34" charset="0"/>
            </a:endParaRPr>
          </a:p>
        </p:txBody>
      </p:sp>
      <p:cxnSp>
        <p:nvCxnSpPr>
          <p:cNvPr id="89" name="直線接點 88">
            <a:extLst>
              <a:ext uri="{FF2B5EF4-FFF2-40B4-BE49-F238E27FC236}">
                <a16:creationId xmlns:a16="http://schemas.microsoft.com/office/drawing/2014/main" id="{82E2A049-6AA3-40AB-A5B3-7DD633CCD0C6}"/>
              </a:ext>
            </a:extLst>
          </p:cNvPr>
          <p:cNvCxnSpPr>
            <a:cxnSpLocks/>
          </p:cNvCxnSpPr>
          <p:nvPr/>
        </p:nvCxnSpPr>
        <p:spPr>
          <a:xfrm>
            <a:off x="1129145" y="2646217"/>
            <a:ext cx="6959206" cy="0"/>
          </a:xfrm>
          <a:prstGeom prst="line">
            <a:avLst/>
          </a:prstGeom>
          <a:ln w="9525">
            <a:solidFill>
              <a:schemeClr val="bg1">
                <a:lumMod val="75000"/>
              </a:schemeClr>
            </a:solidFill>
            <a:prstDash val="dash"/>
          </a:ln>
        </p:spPr>
        <p:style>
          <a:lnRef idx="1">
            <a:schemeClr val="dk1"/>
          </a:lnRef>
          <a:fillRef idx="0">
            <a:schemeClr val="dk1"/>
          </a:fillRef>
          <a:effectRef idx="0">
            <a:schemeClr val="dk1"/>
          </a:effectRef>
          <a:fontRef idx="minor">
            <a:schemeClr val="tx1"/>
          </a:fontRef>
        </p:style>
      </p:cxnSp>
      <p:cxnSp>
        <p:nvCxnSpPr>
          <p:cNvPr id="90" name="直線接點 89">
            <a:extLst>
              <a:ext uri="{FF2B5EF4-FFF2-40B4-BE49-F238E27FC236}">
                <a16:creationId xmlns:a16="http://schemas.microsoft.com/office/drawing/2014/main" id="{60E64E57-AC6A-4550-A1A0-BF38A93D884F}"/>
              </a:ext>
            </a:extLst>
          </p:cNvPr>
          <p:cNvCxnSpPr>
            <a:cxnSpLocks/>
          </p:cNvCxnSpPr>
          <p:nvPr/>
        </p:nvCxnSpPr>
        <p:spPr>
          <a:xfrm>
            <a:off x="1129145" y="3248890"/>
            <a:ext cx="6959206" cy="0"/>
          </a:xfrm>
          <a:prstGeom prst="line">
            <a:avLst/>
          </a:prstGeom>
          <a:ln w="9525">
            <a:solidFill>
              <a:schemeClr val="bg1">
                <a:lumMod val="75000"/>
              </a:schemeClr>
            </a:solidFill>
            <a:prstDash val="dash"/>
          </a:ln>
        </p:spPr>
        <p:style>
          <a:lnRef idx="1">
            <a:schemeClr val="dk1"/>
          </a:lnRef>
          <a:fillRef idx="0">
            <a:schemeClr val="dk1"/>
          </a:fillRef>
          <a:effectRef idx="0">
            <a:schemeClr val="dk1"/>
          </a:effectRef>
          <a:fontRef idx="minor">
            <a:schemeClr val="tx1"/>
          </a:fontRef>
        </p:style>
      </p:cxnSp>
      <p:cxnSp>
        <p:nvCxnSpPr>
          <p:cNvPr id="91" name="直線接點 90">
            <a:extLst>
              <a:ext uri="{FF2B5EF4-FFF2-40B4-BE49-F238E27FC236}">
                <a16:creationId xmlns:a16="http://schemas.microsoft.com/office/drawing/2014/main" id="{156BF60B-AE1F-46DB-8623-18410882CD59}"/>
              </a:ext>
            </a:extLst>
          </p:cNvPr>
          <p:cNvCxnSpPr>
            <a:cxnSpLocks/>
          </p:cNvCxnSpPr>
          <p:nvPr/>
        </p:nvCxnSpPr>
        <p:spPr>
          <a:xfrm>
            <a:off x="1129145" y="3823853"/>
            <a:ext cx="6959206" cy="0"/>
          </a:xfrm>
          <a:prstGeom prst="line">
            <a:avLst/>
          </a:prstGeom>
          <a:ln w="9525">
            <a:solidFill>
              <a:schemeClr val="bg1">
                <a:lumMod val="75000"/>
              </a:schemeClr>
            </a:solidFill>
            <a:prstDash val="dash"/>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9773143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內容版面配置區 6">
            <a:extLst>
              <a:ext uri="{FF2B5EF4-FFF2-40B4-BE49-F238E27FC236}">
                <a16:creationId xmlns:a16="http://schemas.microsoft.com/office/drawing/2014/main" id="{097A6293-3B80-40D6-BC7D-688B7A5891EF}"/>
              </a:ext>
            </a:extLst>
          </p:cNvPr>
          <p:cNvSpPr>
            <a:spLocks noGrp="1"/>
          </p:cNvSpPr>
          <p:nvPr>
            <p:ph sz="quarter" idx="10"/>
          </p:nvPr>
        </p:nvSpPr>
        <p:spPr>
          <a:xfrm>
            <a:off x="323849" y="895880"/>
            <a:ext cx="8218489" cy="275085"/>
          </a:xfrm>
        </p:spPr>
        <p:txBody>
          <a:bodyPr>
            <a:normAutofit/>
          </a:bodyPr>
          <a:lstStyle/>
          <a:p>
            <a:r>
              <a:rPr lang="en-US" altLang="zh-TW" sz="1100" dirty="0"/>
              <a:t>Path: </a:t>
            </a:r>
            <a:r>
              <a:rPr lang="en-US" altLang="zh-TW" sz="1100" b="0" dirty="0"/>
              <a:t>/vendor/mediatek/proprietary/tinysys/common/drivers/audio/aurisys/lib/democpp/</a:t>
            </a:r>
            <a:endParaRPr lang="zh-TW" altLang="en-US" sz="1100" b="0" dirty="0"/>
          </a:p>
          <a:p>
            <a:pPr marL="0" indent="0">
              <a:buNone/>
            </a:pPr>
            <a:endParaRPr lang="zh-TW" altLang="en-US" sz="1100" dirty="0"/>
          </a:p>
        </p:txBody>
      </p:sp>
      <p:sp>
        <p:nvSpPr>
          <p:cNvPr id="8" name="標題 4"/>
          <p:cNvSpPr>
            <a:spLocks noGrp="1"/>
          </p:cNvSpPr>
          <p:nvPr>
            <p:ph type="title"/>
          </p:nvPr>
        </p:nvSpPr>
        <p:spPr/>
        <p:txBody>
          <a:bodyPr/>
          <a:lstStyle/>
          <a:p>
            <a:pPr rtl="0"/>
            <a:r>
              <a:rPr lang="en-US" altLang="zh-TW" dirty="0"/>
              <a:t>Local build C++ lib – Environment Settings</a:t>
            </a:r>
          </a:p>
        </p:txBody>
      </p:sp>
      <p:graphicFrame>
        <p:nvGraphicFramePr>
          <p:cNvPr id="5" name="表格 6">
            <a:extLst>
              <a:ext uri="{FF2B5EF4-FFF2-40B4-BE49-F238E27FC236}">
                <a16:creationId xmlns:a16="http://schemas.microsoft.com/office/drawing/2014/main" id="{BA2E38CD-BABB-4B1A-A6F6-B6D6413963C1}"/>
              </a:ext>
            </a:extLst>
          </p:cNvPr>
          <p:cNvGraphicFramePr>
            <a:graphicFrameLocks noGrp="1"/>
          </p:cNvGraphicFramePr>
          <p:nvPr>
            <p:extLst>
              <p:ext uri="{D42A27DB-BD31-4B8C-83A1-F6EECF244321}">
                <p14:modId xmlns:p14="http://schemas.microsoft.com/office/powerpoint/2010/main" val="1035473920"/>
              </p:ext>
            </p:extLst>
          </p:nvPr>
        </p:nvGraphicFramePr>
        <p:xfrm>
          <a:off x="143006" y="1096391"/>
          <a:ext cx="8905605" cy="3820160"/>
        </p:xfrm>
        <a:graphic>
          <a:graphicData uri="http://schemas.openxmlformats.org/drawingml/2006/table">
            <a:tbl>
              <a:tblPr firstRow="1" bandRow="1">
                <a:tableStyleId>{7E9639D4-E3E2-4D34-9284-5A2195B3D0D7}</a:tableStyleId>
              </a:tblPr>
              <a:tblGrid>
                <a:gridCol w="2180745">
                  <a:extLst>
                    <a:ext uri="{9D8B030D-6E8A-4147-A177-3AD203B41FA5}">
                      <a16:colId xmlns:a16="http://schemas.microsoft.com/office/drawing/2014/main" val="2202085345"/>
                    </a:ext>
                  </a:extLst>
                </a:gridCol>
                <a:gridCol w="6724860">
                  <a:extLst>
                    <a:ext uri="{9D8B030D-6E8A-4147-A177-3AD203B41FA5}">
                      <a16:colId xmlns:a16="http://schemas.microsoft.com/office/drawing/2014/main" val="3623391346"/>
                    </a:ext>
                  </a:extLst>
                </a:gridCol>
              </a:tblGrid>
              <a:tr h="117808">
                <a:tc>
                  <a:txBody>
                    <a:bodyPr/>
                    <a:lstStyle/>
                    <a:p>
                      <a:pPr algn="ctr"/>
                      <a:r>
                        <a:rPr lang="en-US" altLang="zh-TW" sz="1050" dirty="0"/>
                        <a:t>File Name</a:t>
                      </a:r>
                      <a:endParaRPr lang="zh-TW" altLang="en-US" sz="1050" dirty="0"/>
                    </a:p>
                  </a:txBody>
                  <a:tcPr>
                    <a:lnB w="12700" cap="flat" cmpd="sng" algn="ctr">
                      <a:solidFill>
                        <a:schemeClr val="tx1"/>
                      </a:solidFill>
                      <a:prstDash val="solid"/>
                      <a:round/>
                      <a:headEnd type="none" w="med" len="med"/>
                      <a:tailEnd type="none" w="med" len="med"/>
                    </a:lnB>
                  </a:tcPr>
                </a:tc>
                <a:tc>
                  <a:txBody>
                    <a:bodyPr/>
                    <a:lstStyle/>
                    <a:p>
                      <a:pPr algn="ctr"/>
                      <a:r>
                        <a:rPr lang="en-US" altLang="zh-TW" sz="1050" dirty="0"/>
                        <a:t>Description</a:t>
                      </a:r>
                      <a:endParaRPr lang="zh-TW" altLang="en-US" sz="1050" dirty="0"/>
                    </a:p>
                  </a:txBody>
                  <a:tcP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45771123"/>
                  </a:ext>
                </a:extLst>
              </a:tr>
              <a:tr h="0">
                <a:tc>
                  <a:txBody>
                    <a:bodyPr/>
                    <a:lstStyle/>
                    <a:p>
                      <a:r>
                        <a:rPr lang="en-US" altLang="zh-TW" sz="1050" b="1" dirty="0"/>
                        <a:t>DemoCpp.cpp</a:t>
                      </a:r>
                      <a:endParaRPr lang="zh-TW" altLang="en-US" sz="105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1050" dirty="0"/>
                        <a:t>Your cpp source code</a:t>
                      </a:r>
                      <a:endParaRPr lang="zh-TW" altLang="en-US" sz="105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46010099"/>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050" b="1" dirty="0"/>
                        <a:t>DemoCpp.h</a:t>
                      </a:r>
                      <a:endParaRPr lang="zh-TW" altLang="en-US" sz="105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1050" dirty="0"/>
                        <a:t>Your header file</a:t>
                      </a:r>
                      <a:endParaRPr lang="zh-TW" altLang="en-US" sz="105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881906725"/>
                  </a:ext>
                </a:extLst>
              </a:tr>
              <a:tr h="391160">
                <a:tc>
                  <a:txBody>
                    <a:bodyPr/>
                    <a:lstStyle/>
                    <a:p>
                      <a:r>
                        <a:rPr lang="en-US" altLang="zh-TW" sz="1050" b="1" dirty="0"/>
                        <a:t>democpp_wrapper.cpp</a:t>
                      </a:r>
                      <a:endParaRPr lang="zh-TW" altLang="en-US" sz="105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050" dirty="0"/>
                        <a:t>ARSI-PROC APIs.</a:t>
                      </a:r>
                      <a:r>
                        <a:rPr lang="zh-TW" altLang="en-US" sz="1050" dirty="0"/>
                        <a:t> </a:t>
                      </a:r>
                      <a:r>
                        <a:rPr lang="en-US" altLang="zh-TW" sz="1050" dirty="0"/>
                        <a:t>Please</a:t>
                      </a:r>
                      <a:r>
                        <a:rPr lang="zh-TW" altLang="en-US" sz="1050" dirty="0"/>
                        <a:t> </a:t>
                      </a:r>
                      <a:r>
                        <a:rPr lang="en-US" altLang="zh-TW" sz="1050" b="1" dirty="0">
                          <a:solidFill>
                            <a:srgbClr val="C00000"/>
                          </a:solidFill>
                        </a:rPr>
                        <a:t>rename</a:t>
                      </a:r>
                      <a:r>
                        <a:rPr lang="en-US" altLang="zh-TW" sz="1050" dirty="0"/>
                        <a:t> function prefix to your library name! </a:t>
                      </a:r>
                    </a:p>
                    <a:p>
                      <a:r>
                        <a:rPr lang="en-US" altLang="zh-TW" sz="900" dirty="0"/>
                        <a:t>(ex. </a:t>
                      </a:r>
                      <a:r>
                        <a:rPr lang="en-US" altLang="zh-TW" sz="900" b="1" dirty="0">
                          <a:solidFill>
                            <a:srgbClr val="C00000"/>
                          </a:solidFill>
                        </a:rPr>
                        <a:t>democpp</a:t>
                      </a:r>
                      <a:r>
                        <a:rPr lang="en-US" altLang="zh-TW" sz="900" dirty="0"/>
                        <a:t>_arsi_query_working_buf_size to </a:t>
                      </a:r>
                      <a:r>
                        <a:rPr lang="en-US" altLang="zh-TW" sz="900" b="1" kern="1200" dirty="0">
                          <a:solidFill>
                            <a:srgbClr val="C00000"/>
                          </a:solidFill>
                        </a:rPr>
                        <a:t>xxx</a:t>
                      </a:r>
                      <a:r>
                        <a:rPr lang="en-US" altLang="zh-TW" sz="900" dirty="0"/>
                        <a:t>_arsi_query_working_buf_size)</a:t>
                      </a:r>
                      <a:endParaRPr lang="zh-TW" altLang="en-US" sz="105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416477744"/>
                  </a:ext>
                </a:extLst>
              </a:tr>
              <a:tr h="185841">
                <a:tc>
                  <a:txBody>
                    <a:bodyPr/>
                    <a:lstStyle/>
                    <a:p>
                      <a:r>
                        <a:rPr lang="nb-NO" altLang="zh-TW" sz="1050" b="1" dirty="0"/>
                        <a:t>democpp_wrapper_private_type.h</a:t>
                      </a:r>
                      <a:endParaRPr lang="zh-TW" altLang="en-US" sz="105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050" b="0" dirty="0"/>
                        <a:t>Define API related struct </a:t>
                      </a:r>
                      <a:endParaRPr lang="zh-TW" altLang="en-US" sz="1050"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913465095"/>
                  </a:ext>
                </a:extLst>
              </a:tr>
              <a:tr h="2126803">
                <a:tc>
                  <a:txBody>
                    <a:bodyPr/>
                    <a:lstStyle/>
                    <a:p>
                      <a:r>
                        <a:rPr lang="en-US" altLang="zh-TW" sz="1050" b="1" dirty="0"/>
                        <a:t>Makefile</a:t>
                      </a:r>
                      <a:endParaRPr lang="zh-TW" altLang="en-US" sz="105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indent="0">
                        <a:buFont typeface="Arial" panose="020B0604020202020204" pitchFamily="34" charset="0"/>
                        <a:buNone/>
                      </a:pPr>
                      <a:endParaRPr lang="en-US" altLang="zh-TW" sz="1050" dirty="0"/>
                    </a:p>
                    <a:p>
                      <a:pPr marL="0" indent="0">
                        <a:buFont typeface="Arial" panose="020B0604020202020204" pitchFamily="34" charset="0"/>
                        <a:buNone/>
                      </a:pPr>
                      <a:endParaRPr lang="en-US" altLang="zh-TW" sz="1050" dirty="0"/>
                    </a:p>
                    <a:p>
                      <a:pPr marL="0" indent="0">
                        <a:buFont typeface="Arial" panose="020B0604020202020204" pitchFamily="34" charset="0"/>
                        <a:buNone/>
                      </a:pPr>
                      <a:endParaRPr lang="en-US" altLang="zh-TW" sz="1050" dirty="0"/>
                    </a:p>
                    <a:p>
                      <a:pPr marL="0" indent="0">
                        <a:buFont typeface="Arial" panose="020B0604020202020204" pitchFamily="34" charset="0"/>
                        <a:buNone/>
                      </a:pPr>
                      <a:endParaRPr lang="en-US" altLang="zh-TW" sz="1050" dirty="0"/>
                    </a:p>
                    <a:p>
                      <a:pPr marL="0" indent="0">
                        <a:buFont typeface="Arial" panose="020B0604020202020204" pitchFamily="34" charset="0"/>
                        <a:buNone/>
                      </a:pPr>
                      <a:endParaRPr lang="en-US" altLang="zh-TW" sz="1050" dirty="0"/>
                    </a:p>
                    <a:p>
                      <a:pPr marL="0" indent="0">
                        <a:buFont typeface="Arial" panose="020B0604020202020204" pitchFamily="34" charset="0"/>
                        <a:buNone/>
                      </a:pPr>
                      <a:endParaRPr lang="en-US" altLang="zh-TW" sz="1050" dirty="0"/>
                    </a:p>
                    <a:p>
                      <a:pPr marL="0" indent="0">
                        <a:buFont typeface="Arial" panose="020B0604020202020204" pitchFamily="34" charset="0"/>
                        <a:buNone/>
                      </a:pPr>
                      <a:endParaRPr lang="en-US" altLang="zh-TW" sz="1050" dirty="0"/>
                    </a:p>
                    <a:p>
                      <a:pPr marL="0" indent="0">
                        <a:buFont typeface="Arial" panose="020B0604020202020204" pitchFamily="34" charset="0"/>
                        <a:buNone/>
                      </a:pPr>
                      <a:endParaRPr lang="en-US" altLang="zh-TW" sz="1050" dirty="0"/>
                    </a:p>
                    <a:p>
                      <a:pPr marL="0" indent="0">
                        <a:buFont typeface="Arial" panose="020B0604020202020204" pitchFamily="34" charset="0"/>
                        <a:buNone/>
                      </a:pPr>
                      <a:endParaRPr lang="en-US" altLang="zh-TW" sz="1050" dirty="0"/>
                    </a:p>
                    <a:p>
                      <a:pPr marL="0" indent="0">
                        <a:buFont typeface="Arial" panose="020B0604020202020204" pitchFamily="34" charset="0"/>
                        <a:buNone/>
                      </a:pPr>
                      <a:endParaRPr lang="en-US" altLang="zh-TW" sz="1050" dirty="0"/>
                    </a:p>
                    <a:p>
                      <a:pPr marL="0" indent="0">
                        <a:buFont typeface="Arial" panose="020B0604020202020204" pitchFamily="34" charset="0"/>
                        <a:buNone/>
                      </a:pPr>
                      <a:endParaRPr lang="en-US" altLang="zh-TW" sz="1050" dirty="0"/>
                    </a:p>
                    <a:p>
                      <a:pPr marL="0" indent="0">
                        <a:buFont typeface="Arial" panose="020B0604020202020204" pitchFamily="34" charset="0"/>
                        <a:buNone/>
                      </a:pPr>
                      <a:endParaRPr lang="en-US" altLang="zh-TW" sz="1050" dirty="0"/>
                    </a:p>
                    <a:p>
                      <a:pPr marL="0" indent="0">
                        <a:buFont typeface="Arial" panose="020B0604020202020204" pitchFamily="34" charset="0"/>
                        <a:buNone/>
                      </a:pPr>
                      <a:endParaRPr lang="en-US" altLang="zh-TW" sz="105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579870993"/>
                  </a:ext>
                </a:extLst>
              </a:tr>
              <a:tr h="249980">
                <a:tc>
                  <a:txBody>
                    <a:bodyPr/>
                    <a:lstStyle/>
                    <a:p>
                      <a:r>
                        <a:rPr lang="en-US" altLang="zh-TW" sz="1050" b="1" dirty="0"/>
                        <a:t>README</a:t>
                      </a:r>
                      <a:endParaRPr lang="zh-TW" altLang="en-US" sz="105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1050" b="1" dirty="0"/>
                        <a:t>-</a:t>
                      </a:r>
                      <a:endParaRPr lang="zh-TW" altLang="en-US" sz="105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94992512"/>
                  </a:ext>
                </a:extLst>
              </a:tr>
            </a:tbl>
          </a:graphicData>
        </a:graphic>
      </p:graphicFrame>
      <p:graphicFrame>
        <p:nvGraphicFramePr>
          <p:cNvPr id="11" name="表格 11">
            <a:extLst>
              <a:ext uri="{FF2B5EF4-FFF2-40B4-BE49-F238E27FC236}">
                <a16:creationId xmlns:a16="http://schemas.microsoft.com/office/drawing/2014/main" id="{3C317170-B189-413B-9468-F088C6D41948}"/>
              </a:ext>
            </a:extLst>
          </p:cNvPr>
          <p:cNvGraphicFramePr>
            <a:graphicFrameLocks noGrp="1"/>
          </p:cNvGraphicFramePr>
          <p:nvPr>
            <p:extLst>
              <p:ext uri="{D42A27DB-BD31-4B8C-83A1-F6EECF244321}">
                <p14:modId xmlns:p14="http://schemas.microsoft.com/office/powerpoint/2010/main" val="2113295295"/>
              </p:ext>
            </p:extLst>
          </p:nvPr>
        </p:nvGraphicFramePr>
        <p:xfrm>
          <a:off x="2417279" y="2527857"/>
          <a:ext cx="6348460" cy="2103120"/>
        </p:xfrm>
        <a:graphic>
          <a:graphicData uri="http://schemas.openxmlformats.org/drawingml/2006/table">
            <a:tbl>
              <a:tblPr firstRow="1" bandRow="1">
                <a:tableStyleId>{7DF18680-E054-41AD-8BC1-D1AEF772440D}</a:tableStyleId>
              </a:tblPr>
              <a:tblGrid>
                <a:gridCol w="1508375">
                  <a:extLst>
                    <a:ext uri="{9D8B030D-6E8A-4147-A177-3AD203B41FA5}">
                      <a16:colId xmlns:a16="http://schemas.microsoft.com/office/drawing/2014/main" val="570522532"/>
                    </a:ext>
                  </a:extLst>
                </a:gridCol>
                <a:gridCol w="1370376">
                  <a:extLst>
                    <a:ext uri="{9D8B030D-6E8A-4147-A177-3AD203B41FA5}">
                      <a16:colId xmlns:a16="http://schemas.microsoft.com/office/drawing/2014/main" val="2008316645"/>
                    </a:ext>
                  </a:extLst>
                </a:gridCol>
                <a:gridCol w="3469709">
                  <a:extLst>
                    <a:ext uri="{9D8B030D-6E8A-4147-A177-3AD203B41FA5}">
                      <a16:colId xmlns:a16="http://schemas.microsoft.com/office/drawing/2014/main" val="1562628821"/>
                    </a:ext>
                  </a:extLst>
                </a:gridCol>
              </a:tblGrid>
              <a:tr h="226695">
                <a:tc>
                  <a:txBody>
                    <a:bodyPr/>
                    <a:lstStyle/>
                    <a:p>
                      <a:pPr algn="ctr">
                        <a:buNone/>
                      </a:pPr>
                      <a:r>
                        <a:rPr lang="en-US" altLang="zh-TW" sz="900" b="1" dirty="0"/>
                        <a:t>Var</a:t>
                      </a:r>
                      <a:endParaRPr lang="zh-TW" altLang="en-US" sz="900" b="1" dirty="0"/>
                    </a:p>
                  </a:txBody>
                  <a:tcPr/>
                </a:tc>
                <a:tc>
                  <a:txBody>
                    <a:bodyPr/>
                    <a:lstStyle/>
                    <a:p>
                      <a:pPr algn="ctr"/>
                      <a:r>
                        <a:rPr lang="en-US" altLang="zh-TW" sz="900" b="1" dirty="0"/>
                        <a:t>Description</a:t>
                      </a:r>
                      <a:endParaRPr lang="zh-TW" altLang="en-US" sz="900" b="1" dirty="0"/>
                    </a:p>
                  </a:txBody>
                  <a:tcPr/>
                </a:tc>
                <a:tc>
                  <a:txBody>
                    <a:bodyPr/>
                    <a:lstStyle/>
                    <a:p>
                      <a:pPr algn="ctr"/>
                      <a:r>
                        <a:rPr lang="en-US" altLang="zh-TW" sz="900" b="1" dirty="0"/>
                        <a:t>Example</a:t>
                      </a:r>
                      <a:endParaRPr lang="zh-TW" altLang="en-US" sz="900" b="1" dirty="0"/>
                    </a:p>
                  </a:txBody>
                  <a:tcPr/>
                </a:tc>
                <a:extLst>
                  <a:ext uri="{0D108BD9-81ED-4DB2-BD59-A6C34878D82A}">
                    <a16:rowId xmlns:a16="http://schemas.microsoft.com/office/drawing/2014/main" val="2120158026"/>
                  </a:ext>
                </a:extLst>
              </a:tr>
              <a:tr h="191281">
                <a:tc>
                  <a:txBody>
                    <a:bodyPr/>
                    <a:lstStyle/>
                    <a:p>
                      <a:r>
                        <a:rPr lang="en-US" altLang="zh-TW" sz="900" b="1" dirty="0"/>
                        <a:t>Platform</a:t>
                      </a:r>
                      <a:endParaRPr lang="zh-TW" altLang="en-US" sz="900" b="1" dirty="0"/>
                    </a:p>
                  </a:txBody>
                  <a:tcPr/>
                </a:tc>
                <a:tc>
                  <a:txBody>
                    <a:bodyPr/>
                    <a:lstStyle/>
                    <a:p>
                      <a:r>
                        <a:rPr lang="en-US" altLang="zh-TW" sz="900" b="0" dirty="0"/>
                        <a:t>platform</a:t>
                      </a:r>
                      <a:endParaRPr lang="zh-TW" altLang="en-US" sz="900" b="0" dirty="0"/>
                    </a:p>
                  </a:txBody>
                  <a:tcPr/>
                </a:tc>
                <a:tc>
                  <a:txBody>
                    <a:bodyPr/>
                    <a:lstStyle/>
                    <a:p>
                      <a:pPr>
                        <a:buNone/>
                      </a:pPr>
                      <a:r>
                        <a:rPr lang="en-US" altLang="zh-TW" sz="900" b="0" dirty="0"/>
                        <a:t>mt6989_a</a:t>
                      </a:r>
                      <a:endParaRPr lang="zh-TW" altLang="en-US" sz="900" b="0" dirty="0"/>
                    </a:p>
                  </a:txBody>
                  <a:tcPr/>
                </a:tc>
                <a:extLst>
                  <a:ext uri="{0D108BD9-81ED-4DB2-BD59-A6C34878D82A}">
                    <a16:rowId xmlns:a16="http://schemas.microsoft.com/office/drawing/2014/main" val="827320157"/>
                  </a:ext>
                </a:extLst>
              </a:tr>
              <a:tr h="123049">
                <a:tc>
                  <a:txBody>
                    <a:bodyPr/>
                    <a:lstStyle/>
                    <a:p>
                      <a:r>
                        <a:rPr lang="en-US" altLang="zh-TW" sz="900" b="1" dirty="0"/>
                        <a:t>XT_TOOLS_VERSION</a:t>
                      </a:r>
                      <a:endParaRPr lang="zh-TW" altLang="en-US" sz="900" b="1"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900" dirty="0"/>
                        <a:t>toolchain version</a:t>
                      </a:r>
                    </a:p>
                  </a:txBody>
                  <a:tcPr/>
                </a:tc>
                <a:tc>
                  <a:txBody>
                    <a:bodyPr/>
                    <a:lstStyle/>
                    <a:p>
                      <a:pPr>
                        <a:buNone/>
                      </a:pPr>
                      <a:r>
                        <a:rPr lang="en-US" altLang="zh-TW" sz="900" b="0" dirty="0"/>
                        <a:t>RI-2023.11-linux</a:t>
                      </a:r>
                      <a:endParaRPr lang="zh-TW" altLang="en-US" sz="900" b="0" dirty="0"/>
                    </a:p>
                  </a:txBody>
                  <a:tcPr/>
                </a:tc>
                <a:extLst>
                  <a:ext uri="{0D108BD9-81ED-4DB2-BD59-A6C34878D82A}">
                    <a16:rowId xmlns:a16="http://schemas.microsoft.com/office/drawing/2014/main" val="228503391"/>
                  </a:ext>
                </a:extLst>
              </a:tr>
              <a:tr h="132055">
                <a:tc>
                  <a:txBody>
                    <a:bodyPr/>
                    <a:lstStyle/>
                    <a:p>
                      <a:r>
                        <a:rPr lang="en-US" altLang="zh-TW" sz="900" b="1" dirty="0"/>
                        <a:t>XT_TOOLS_BIN_DIR</a:t>
                      </a:r>
                      <a:endParaRPr lang="zh-TW" altLang="en-US" sz="900" b="1"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900" dirty="0"/>
                        <a:t>toolchain path</a:t>
                      </a:r>
                    </a:p>
                  </a:txBody>
                  <a:tcPr/>
                </a:tc>
                <a:tc>
                  <a:txBody>
                    <a:bodyPr/>
                    <a:lstStyle/>
                    <a:p>
                      <a:r>
                        <a:rPr lang="en-US" altLang="zh-TW" sz="900" b="0" dirty="0"/>
                        <a:t>$(ALPS_PATH)/prebuilts/clang/xtensa/linux-x86/$(XT_TOOLS_VERSION)/XtensaTools/bin</a:t>
                      </a:r>
                      <a:endParaRPr lang="zh-TW" altLang="en-US" sz="900" b="0" dirty="0"/>
                    </a:p>
                  </a:txBody>
                  <a:tcPr/>
                </a:tc>
                <a:extLst>
                  <a:ext uri="{0D108BD9-81ED-4DB2-BD59-A6C34878D82A}">
                    <a16:rowId xmlns:a16="http://schemas.microsoft.com/office/drawing/2014/main" val="2352341738"/>
                  </a:ext>
                </a:extLst>
              </a:tr>
              <a:tr h="144465">
                <a:tc>
                  <a:txBody>
                    <a:bodyPr/>
                    <a:lstStyle/>
                    <a:p>
                      <a:r>
                        <a:rPr lang="en-US" altLang="zh-TW" sz="900" b="1" dirty="0"/>
                        <a:t>INSTALLDIR</a:t>
                      </a:r>
                      <a:endParaRPr lang="zh-TW" altLang="en-US" sz="900" b="1" dirty="0"/>
                    </a:p>
                  </a:txBody>
                  <a:tcPr/>
                </a:tc>
                <a:tc>
                  <a:txBody>
                    <a:bodyPr/>
                    <a:lstStyle/>
                    <a:p>
                      <a:r>
                        <a:rPr lang="en-US" altLang="zh-TW" sz="900" dirty="0"/>
                        <a:t>the actual path where the library is called</a:t>
                      </a:r>
                      <a:endParaRPr lang="zh-TW" altLang="en-US" sz="900" b="0" dirty="0"/>
                    </a:p>
                  </a:txBody>
                  <a:tcPr/>
                </a:tc>
                <a:tc>
                  <a:txBody>
                    <a:bodyPr/>
                    <a:lstStyle/>
                    <a:p>
                      <a:r>
                        <a:rPr lang="en-US" altLang="zh-TW" sz="900" b="0" dirty="0"/>
                        <a:t>$(ALPS_PATH)/vendor/mediatek/proprietary/tinysys/adsp/HIFI5_SP/middleware/lib/$(XT_TOOLS_VERSION)/libdemocpp</a:t>
                      </a:r>
                      <a:endParaRPr lang="zh-TW" altLang="en-US" sz="900" b="0" dirty="0"/>
                    </a:p>
                  </a:txBody>
                  <a:tcPr/>
                </a:tc>
                <a:extLst>
                  <a:ext uri="{0D108BD9-81ED-4DB2-BD59-A6C34878D82A}">
                    <a16:rowId xmlns:a16="http://schemas.microsoft.com/office/drawing/2014/main" val="498509680"/>
                  </a:ext>
                </a:extLst>
              </a:tr>
              <a:tr h="0">
                <a:tc>
                  <a:txBody>
                    <a:bodyPr/>
                    <a:lstStyle/>
                    <a:p>
                      <a:r>
                        <a:rPr lang="en-US" altLang="zh-TW" sz="900" b="1" dirty="0"/>
                        <a:t>CC</a:t>
                      </a:r>
                      <a:endParaRPr lang="zh-TW" altLang="en-US" sz="900" b="1"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900" dirty="0"/>
                        <a:t>compiler (xcc/clang)</a:t>
                      </a:r>
                    </a:p>
                  </a:txBody>
                  <a:tcPr/>
                </a:tc>
                <a:tc>
                  <a:txBody>
                    <a:bodyPr/>
                    <a:lstStyle/>
                    <a:p>
                      <a:r>
                        <a:rPr lang="en-US" altLang="zh-TW" sz="900" b="0" dirty="0"/>
                        <a:t>$(ADSP_CROSS_COMPILE)</a:t>
                      </a:r>
                      <a:r>
                        <a:rPr lang="en-US" altLang="zh-TW" sz="900" b="0" dirty="0" err="1"/>
                        <a:t>xt</a:t>
                      </a:r>
                      <a:r>
                        <a:rPr lang="en-US" altLang="zh-TW" sz="900" b="0" dirty="0"/>
                        <a:t>-clang++</a:t>
                      </a:r>
                      <a:endParaRPr lang="zh-TW" altLang="en-US" sz="900" b="0" dirty="0"/>
                    </a:p>
                  </a:txBody>
                  <a:tcPr/>
                </a:tc>
                <a:extLst>
                  <a:ext uri="{0D108BD9-81ED-4DB2-BD59-A6C34878D82A}">
                    <a16:rowId xmlns:a16="http://schemas.microsoft.com/office/drawing/2014/main" val="1421851654"/>
                  </a:ext>
                </a:extLst>
              </a:tr>
              <a:tr h="0">
                <a:tc>
                  <a:txBody>
                    <a:bodyPr/>
                    <a:lstStyle/>
                    <a:p>
                      <a:r>
                        <a:rPr lang="en-US" altLang="zh-TW" sz="900" b="1" dirty="0"/>
                        <a:t>OUT_FILES</a:t>
                      </a:r>
                      <a:endParaRPr lang="zh-TW" altLang="en-US" sz="900" b="1"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900" dirty="0"/>
                        <a:t>output library name</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900" b="1" dirty="0">
                          <a:solidFill>
                            <a:schemeClr val="accent5"/>
                          </a:solidFill>
                        </a:rPr>
                        <a:t>libdemocpp.a</a:t>
                      </a:r>
                      <a:endParaRPr lang="zh-TW" altLang="en-US" sz="900" b="1" dirty="0">
                        <a:solidFill>
                          <a:schemeClr val="accent5"/>
                        </a:solidFill>
                      </a:endParaRPr>
                    </a:p>
                  </a:txBody>
                  <a:tcPr/>
                </a:tc>
                <a:extLst>
                  <a:ext uri="{0D108BD9-81ED-4DB2-BD59-A6C34878D82A}">
                    <a16:rowId xmlns:a16="http://schemas.microsoft.com/office/drawing/2014/main" val="409084612"/>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900" b="1" kern="1200" dirty="0">
                          <a:solidFill>
                            <a:schemeClr val="accent5"/>
                          </a:solidFill>
                        </a:rPr>
                        <a:t>libdemocpp.a</a:t>
                      </a:r>
                      <a:endParaRPr lang="zh-TW" altLang="en-US" sz="900" b="1" kern="1200" dirty="0">
                        <a:solidFill>
                          <a:schemeClr val="accent5"/>
                        </a:solidFill>
                        <a:latin typeface="+mn-lt"/>
                        <a:ea typeface="+mn-ea"/>
                        <a:cs typeface="+mn-cs"/>
                      </a:endParaRPr>
                    </a:p>
                  </a:txBody>
                  <a:tcPr/>
                </a:tc>
                <a:tc gridSpan="2">
                  <a:txBody>
                    <a:bodyPr/>
                    <a:lstStyle/>
                    <a:p>
                      <a:r>
                        <a:rPr lang="en-US" altLang="zh-TW" sz="900" b="0" dirty="0"/>
                        <a:t>modify  $(OBJ_FILES) target to your library name</a:t>
                      </a:r>
                      <a:endParaRPr lang="zh-TW" altLang="en-US" sz="900" b="0" dirty="0"/>
                    </a:p>
                  </a:txBody>
                  <a:tcPr/>
                </a:tc>
                <a:tc hMerge="1">
                  <a:txBody>
                    <a:bodyPr/>
                    <a:lstStyle/>
                    <a:p>
                      <a:endParaRPr lang="zh-TW" altLang="en-US" sz="900" b="0" dirty="0"/>
                    </a:p>
                  </a:txBody>
                  <a:tcPr/>
                </a:tc>
                <a:extLst>
                  <a:ext uri="{0D108BD9-81ED-4DB2-BD59-A6C34878D82A}">
                    <a16:rowId xmlns:a16="http://schemas.microsoft.com/office/drawing/2014/main" val="1860922718"/>
                  </a:ext>
                </a:extLst>
              </a:tr>
            </a:tbl>
          </a:graphicData>
        </a:graphic>
      </p:graphicFrame>
      <p:sp>
        <p:nvSpPr>
          <p:cNvPr id="2" name="投影片編號版面配置區 1"/>
          <p:cNvSpPr>
            <a:spLocks noGrp="1"/>
          </p:cNvSpPr>
          <p:nvPr>
            <p:ph type="sldNum" sz="quarter" idx="4"/>
          </p:nvPr>
        </p:nvSpPr>
        <p:spPr/>
        <p:txBody>
          <a:bodyPr/>
          <a:lstStyle/>
          <a:p>
            <a:fld id="{0AEF9A4B-07C9-404C-9053-A3A2AC3AD5D6}" type="slidenum">
              <a:rPr lang="en-GB" smtClean="0"/>
              <a:pPr/>
              <a:t>4</a:t>
            </a:fld>
            <a:endParaRPr lang="en-GB" dirty="0"/>
          </a:p>
        </p:txBody>
      </p:sp>
      <p:sp>
        <p:nvSpPr>
          <p:cNvPr id="3" name="矩形 2">
            <a:extLst>
              <a:ext uri="{FF2B5EF4-FFF2-40B4-BE49-F238E27FC236}">
                <a16:creationId xmlns:a16="http://schemas.microsoft.com/office/drawing/2014/main" id="{BB3BB9B8-D66A-4099-A1C2-D3511EE5109B}"/>
              </a:ext>
            </a:extLst>
          </p:cNvPr>
          <p:cNvSpPr/>
          <p:nvPr/>
        </p:nvSpPr>
        <p:spPr>
          <a:xfrm>
            <a:off x="6605488" y="1982892"/>
            <a:ext cx="2077273" cy="444710"/>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altLang="zh-TW" sz="1200" dirty="0"/>
              <a:t>For API details, please refer to Aurisys API - </a:t>
            </a:r>
            <a:r>
              <a:rPr lang="en-US" altLang="zh-TW" sz="1200" dirty="0" err="1"/>
              <a:t>arsi_api.h</a:t>
            </a:r>
            <a:endParaRPr lang="zh-TW" altLang="en-US" sz="1200" dirty="0"/>
          </a:p>
        </p:txBody>
      </p:sp>
    </p:spTree>
    <p:extLst>
      <p:ext uri="{BB962C8B-B14F-4D97-AF65-F5344CB8AC3E}">
        <p14:creationId xmlns:p14="http://schemas.microsoft.com/office/powerpoint/2010/main" val="165704048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編號版面配置區 1"/>
          <p:cNvSpPr>
            <a:spLocks noGrp="1"/>
          </p:cNvSpPr>
          <p:nvPr>
            <p:ph type="sldNum" sz="quarter" idx="4"/>
          </p:nvPr>
        </p:nvSpPr>
        <p:spPr/>
        <p:txBody>
          <a:bodyPr/>
          <a:lstStyle/>
          <a:p>
            <a:fld id="{0AEF9A4B-07C9-404C-9053-A3A2AC3AD5D6}" type="slidenum">
              <a:rPr lang="en-GB" smtClean="0"/>
              <a:pPr/>
              <a:t>5</a:t>
            </a:fld>
            <a:endParaRPr lang="en-GB" dirty="0"/>
          </a:p>
        </p:txBody>
      </p:sp>
      <p:sp>
        <p:nvSpPr>
          <p:cNvPr id="7" name="內容版面配置區 6">
            <a:extLst>
              <a:ext uri="{FF2B5EF4-FFF2-40B4-BE49-F238E27FC236}">
                <a16:creationId xmlns:a16="http://schemas.microsoft.com/office/drawing/2014/main" id="{097A6293-3B80-40D6-BC7D-688B7A5891EF}"/>
              </a:ext>
            </a:extLst>
          </p:cNvPr>
          <p:cNvSpPr>
            <a:spLocks noGrp="1"/>
          </p:cNvSpPr>
          <p:nvPr>
            <p:ph sz="quarter" idx="10"/>
          </p:nvPr>
        </p:nvSpPr>
        <p:spPr>
          <a:xfrm>
            <a:off x="323849" y="1007706"/>
            <a:ext cx="8218489" cy="3327471"/>
          </a:xfrm>
        </p:spPr>
        <p:txBody>
          <a:bodyPr>
            <a:normAutofit/>
          </a:bodyPr>
          <a:lstStyle/>
          <a:p>
            <a:r>
              <a:rPr lang="en-US" altLang="zh-TW" sz="1200" dirty="0"/>
              <a:t>Command: </a:t>
            </a:r>
            <a:r>
              <a:rPr lang="en-US" altLang="zh-TW" sz="1200" b="0" dirty="0"/>
              <a:t>$make clean; make</a:t>
            </a:r>
          </a:p>
          <a:p>
            <a:endParaRPr lang="en-US" altLang="zh-TW" sz="1000" b="0" dirty="0"/>
          </a:p>
          <a:p>
            <a:r>
              <a:rPr lang="en-US" altLang="zh-TW" sz="1200" dirty="0"/>
              <a:t>Output: </a:t>
            </a:r>
          </a:p>
          <a:p>
            <a:pPr lvl="1">
              <a:buFont typeface="+mj-lt"/>
              <a:buAutoNum type="arabicPeriod"/>
            </a:pPr>
            <a:r>
              <a:rPr lang="en-US" altLang="zh-TW" sz="1000" b="0" dirty="0"/>
              <a:t>The output library will be in the same</a:t>
            </a:r>
            <a:r>
              <a:rPr lang="zh-TW" altLang="en-US" sz="1000" b="0" dirty="0"/>
              <a:t> </a:t>
            </a:r>
            <a:r>
              <a:rPr lang="en-US" altLang="zh-TW" sz="1000" b="0" dirty="0"/>
              <a:t>folder path</a:t>
            </a:r>
          </a:p>
          <a:p>
            <a:pPr lvl="2"/>
            <a:r>
              <a:rPr lang="en-US" altLang="zh-TW" sz="1000" dirty="0"/>
              <a:t>Ex. /vendor/mediatek/proprietary/tinysys/common/drivers/audio/aurisys/lib/democpp/</a:t>
            </a:r>
            <a:r>
              <a:rPr lang="en-US" altLang="zh-TW" sz="1000" b="1" dirty="0">
                <a:solidFill>
                  <a:schemeClr val="accent5"/>
                </a:solidFill>
              </a:rPr>
              <a:t>libdemocpp.a</a:t>
            </a:r>
          </a:p>
          <a:p>
            <a:pPr lvl="2"/>
            <a:endParaRPr lang="en-US" altLang="zh-TW" sz="1000" b="1" dirty="0">
              <a:solidFill>
                <a:schemeClr val="accent5"/>
              </a:solidFill>
            </a:endParaRPr>
          </a:p>
          <a:p>
            <a:pPr lvl="2"/>
            <a:endParaRPr lang="en-US" altLang="zh-TW" sz="1000" b="1" dirty="0">
              <a:solidFill>
                <a:schemeClr val="accent5"/>
              </a:solidFill>
            </a:endParaRPr>
          </a:p>
          <a:p>
            <a:pPr lvl="2"/>
            <a:endParaRPr lang="en-US" altLang="zh-TW" sz="1000" b="1" dirty="0">
              <a:solidFill>
                <a:schemeClr val="accent5"/>
              </a:solidFill>
            </a:endParaRPr>
          </a:p>
          <a:p>
            <a:pPr lvl="2"/>
            <a:endParaRPr lang="en-US" altLang="zh-TW" sz="1000" b="1" dirty="0">
              <a:solidFill>
                <a:schemeClr val="accent5"/>
              </a:solidFill>
            </a:endParaRPr>
          </a:p>
          <a:p>
            <a:pPr lvl="2"/>
            <a:endParaRPr lang="en-US" altLang="zh-TW" sz="1000" b="1" dirty="0"/>
          </a:p>
          <a:p>
            <a:pPr lvl="2"/>
            <a:endParaRPr lang="en-US" altLang="zh-TW" sz="1000" b="1" dirty="0"/>
          </a:p>
          <a:p>
            <a:pPr lvl="1">
              <a:buFont typeface="+mj-lt"/>
              <a:buAutoNum type="arabicPeriod"/>
            </a:pPr>
            <a:r>
              <a:rPr lang="en-US" altLang="zh-TW" sz="1000" b="0" dirty="0"/>
              <a:t>Makefile will help copy library to the actual path where the library is called</a:t>
            </a:r>
            <a:endParaRPr lang="zh-TW" altLang="en-US" sz="1000" b="0" dirty="0"/>
          </a:p>
          <a:p>
            <a:pPr lvl="2"/>
            <a:r>
              <a:rPr lang="en-US" altLang="zh-TW" sz="1000" dirty="0"/>
              <a:t>Ex. /vendor/mediatek/proprietary/tinysys/adsp/HIFI5_SP/middleware/lib/RI-2023.11-linux/libdemocpp/</a:t>
            </a:r>
            <a:r>
              <a:rPr lang="en-US" altLang="zh-TW" sz="1000" b="1" dirty="0">
                <a:solidFill>
                  <a:schemeClr val="accent5"/>
                </a:solidFill>
              </a:rPr>
              <a:t>libdemocpp.a</a:t>
            </a:r>
            <a:endParaRPr lang="en-US" altLang="zh-TW" sz="1000" b="1" dirty="0"/>
          </a:p>
          <a:p>
            <a:pPr marL="903288" lvl="2" indent="0">
              <a:buNone/>
            </a:pPr>
            <a:endParaRPr lang="zh-TW" altLang="en-US" sz="1000" dirty="0"/>
          </a:p>
        </p:txBody>
      </p:sp>
      <p:sp>
        <p:nvSpPr>
          <p:cNvPr id="8" name="標題 4"/>
          <p:cNvSpPr>
            <a:spLocks noGrp="1"/>
          </p:cNvSpPr>
          <p:nvPr>
            <p:ph type="title"/>
          </p:nvPr>
        </p:nvSpPr>
        <p:spPr/>
        <p:txBody>
          <a:bodyPr/>
          <a:lstStyle/>
          <a:p>
            <a:pPr rtl="0"/>
            <a:r>
              <a:rPr lang="en-US" altLang="zh-TW" dirty="0"/>
              <a:t>Local build C++ lib – Command &amp; Output</a:t>
            </a:r>
          </a:p>
        </p:txBody>
      </p:sp>
      <p:pic>
        <p:nvPicPr>
          <p:cNvPr id="15" name="圖片 14">
            <a:extLst>
              <a:ext uri="{FF2B5EF4-FFF2-40B4-BE49-F238E27FC236}">
                <a16:creationId xmlns:a16="http://schemas.microsoft.com/office/drawing/2014/main" id="{1E468F0A-62E5-41DD-9AD2-8A8C23237CF8}"/>
              </a:ext>
            </a:extLst>
          </p:cNvPr>
          <p:cNvPicPr>
            <a:picLocks noChangeAspect="1"/>
          </p:cNvPicPr>
          <p:nvPr/>
        </p:nvPicPr>
        <p:blipFill>
          <a:blip r:embed="rId3"/>
          <a:stretch>
            <a:fillRect/>
          </a:stretch>
        </p:blipFill>
        <p:spPr>
          <a:xfrm>
            <a:off x="2804428" y="779852"/>
            <a:ext cx="5737910" cy="1128241"/>
          </a:xfrm>
          <a:prstGeom prst="rect">
            <a:avLst/>
          </a:prstGeom>
        </p:spPr>
      </p:pic>
      <p:pic>
        <p:nvPicPr>
          <p:cNvPr id="21" name="圖片 20">
            <a:extLst>
              <a:ext uri="{FF2B5EF4-FFF2-40B4-BE49-F238E27FC236}">
                <a16:creationId xmlns:a16="http://schemas.microsoft.com/office/drawing/2014/main" id="{2B3FF8E9-03F2-4E25-A52D-70D73FE6ACD6}"/>
              </a:ext>
            </a:extLst>
          </p:cNvPr>
          <p:cNvPicPr>
            <a:picLocks noChangeAspect="1"/>
          </p:cNvPicPr>
          <p:nvPr/>
        </p:nvPicPr>
        <p:blipFill>
          <a:blip r:embed="rId4"/>
          <a:stretch>
            <a:fillRect/>
          </a:stretch>
        </p:blipFill>
        <p:spPr>
          <a:xfrm>
            <a:off x="1869183" y="4087962"/>
            <a:ext cx="5563506" cy="625740"/>
          </a:xfrm>
          <a:prstGeom prst="rect">
            <a:avLst/>
          </a:prstGeom>
          <a:ln>
            <a:solidFill>
              <a:schemeClr val="tx1"/>
            </a:solidFill>
          </a:ln>
        </p:spPr>
      </p:pic>
      <p:pic>
        <p:nvPicPr>
          <p:cNvPr id="23" name="圖片 22">
            <a:extLst>
              <a:ext uri="{FF2B5EF4-FFF2-40B4-BE49-F238E27FC236}">
                <a16:creationId xmlns:a16="http://schemas.microsoft.com/office/drawing/2014/main" id="{60BD96EA-F34C-4660-BEC4-55ACA4C74B21}"/>
              </a:ext>
            </a:extLst>
          </p:cNvPr>
          <p:cNvPicPr>
            <a:picLocks noChangeAspect="1"/>
          </p:cNvPicPr>
          <p:nvPr/>
        </p:nvPicPr>
        <p:blipFill>
          <a:blip r:embed="rId5"/>
          <a:stretch>
            <a:fillRect/>
          </a:stretch>
        </p:blipFill>
        <p:spPr>
          <a:xfrm>
            <a:off x="1693941" y="2318772"/>
            <a:ext cx="5384935" cy="1304547"/>
          </a:xfrm>
          <a:prstGeom prst="rect">
            <a:avLst/>
          </a:prstGeom>
          <a:ln>
            <a:solidFill>
              <a:schemeClr val="tx1"/>
            </a:solidFill>
          </a:ln>
        </p:spPr>
      </p:pic>
      <p:sp>
        <p:nvSpPr>
          <p:cNvPr id="13" name="矩形 12">
            <a:extLst>
              <a:ext uri="{FF2B5EF4-FFF2-40B4-BE49-F238E27FC236}">
                <a16:creationId xmlns:a16="http://schemas.microsoft.com/office/drawing/2014/main" id="{89458509-94D0-49F4-95AA-5B2E68A92E38}"/>
              </a:ext>
            </a:extLst>
          </p:cNvPr>
          <p:cNvSpPr/>
          <p:nvPr/>
        </p:nvSpPr>
        <p:spPr>
          <a:xfrm>
            <a:off x="3908080" y="2318772"/>
            <a:ext cx="3170796" cy="150257"/>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4" name="矩形 13">
            <a:extLst>
              <a:ext uri="{FF2B5EF4-FFF2-40B4-BE49-F238E27FC236}">
                <a16:creationId xmlns:a16="http://schemas.microsoft.com/office/drawing/2014/main" id="{F6BB7858-C3F5-49B8-9900-64F0BFFD1CD2}"/>
              </a:ext>
            </a:extLst>
          </p:cNvPr>
          <p:cNvSpPr/>
          <p:nvPr/>
        </p:nvSpPr>
        <p:spPr>
          <a:xfrm>
            <a:off x="2832181" y="4116060"/>
            <a:ext cx="4613671" cy="150257"/>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6" name="箭號: 向右 15">
            <a:extLst>
              <a:ext uri="{FF2B5EF4-FFF2-40B4-BE49-F238E27FC236}">
                <a16:creationId xmlns:a16="http://schemas.microsoft.com/office/drawing/2014/main" id="{28DCE2EC-1DE7-4464-BED6-2DAB23F86242}"/>
              </a:ext>
            </a:extLst>
          </p:cNvPr>
          <p:cNvSpPr/>
          <p:nvPr/>
        </p:nvSpPr>
        <p:spPr>
          <a:xfrm>
            <a:off x="1522897" y="3266023"/>
            <a:ext cx="717048" cy="131568"/>
          </a:xfrm>
          <a:prstGeom prst="rightArrow">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zh-TW" altLang="en-US"/>
          </a:p>
        </p:txBody>
      </p:sp>
      <p:sp>
        <p:nvSpPr>
          <p:cNvPr id="17" name="箭號: 向右 16">
            <a:extLst>
              <a:ext uri="{FF2B5EF4-FFF2-40B4-BE49-F238E27FC236}">
                <a16:creationId xmlns:a16="http://schemas.microsoft.com/office/drawing/2014/main" id="{4AB05DBC-6958-4532-8FE0-8CDD9EC85D37}"/>
              </a:ext>
            </a:extLst>
          </p:cNvPr>
          <p:cNvSpPr/>
          <p:nvPr/>
        </p:nvSpPr>
        <p:spPr>
          <a:xfrm>
            <a:off x="1803396" y="4545919"/>
            <a:ext cx="717048" cy="131568"/>
          </a:xfrm>
          <a:prstGeom prst="rightArrow">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zh-TW" altLang="en-US"/>
          </a:p>
        </p:txBody>
      </p:sp>
      <p:cxnSp>
        <p:nvCxnSpPr>
          <p:cNvPr id="19" name="接點: 肘形 18">
            <a:extLst>
              <a:ext uri="{FF2B5EF4-FFF2-40B4-BE49-F238E27FC236}">
                <a16:creationId xmlns:a16="http://schemas.microsoft.com/office/drawing/2014/main" id="{1A3DE9A6-203E-4CC3-A78D-2FBD88849BDB}"/>
              </a:ext>
            </a:extLst>
          </p:cNvPr>
          <p:cNvCxnSpPr>
            <a:cxnSpLocks/>
            <a:stCxn id="13" idx="3"/>
            <a:endCxn id="14" idx="3"/>
          </p:cNvCxnSpPr>
          <p:nvPr/>
        </p:nvCxnSpPr>
        <p:spPr>
          <a:xfrm>
            <a:off x="7078876" y="2393901"/>
            <a:ext cx="366976" cy="1797288"/>
          </a:xfrm>
          <a:prstGeom prst="bentConnector3">
            <a:avLst>
              <a:gd name="adj1" fmla="val 162293"/>
            </a:avLst>
          </a:prstGeom>
          <a:ln w="19050">
            <a:tailEnd type="triangle"/>
          </a:ln>
        </p:spPr>
        <p:style>
          <a:lnRef idx="1">
            <a:schemeClr val="accent4"/>
          </a:lnRef>
          <a:fillRef idx="0">
            <a:schemeClr val="accent4"/>
          </a:fillRef>
          <a:effectRef idx="0">
            <a:schemeClr val="accent4"/>
          </a:effectRef>
          <a:fontRef idx="minor">
            <a:schemeClr val="tx1"/>
          </a:fontRef>
        </p:style>
      </p:cxnSp>
      <p:sp>
        <p:nvSpPr>
          <p:cNvPr id="20" name="文字方塊 19">
            <a:extLst>
              <a:ext uri="{FF2B5EF4-FFF2-40B4-BE49-F238E27FC236}">
                <a16:creationId xmlns:a16="http://schemas.microsoft.com/office/drawing/2014/main" id="{7F74D4C5-7D02-423C-9B48-5B9D85544B9E}"/>
              </a:ext>
            </a:extLst>
          </p:cNvPr>
          <p:cNvSpPr txBox="1"/>
          <p:nvPr/>
        </p:nvSpPr>
        <p:spPr>
          <a:xfrm>
            <a:off x="7477427" y="2971997"/>
            <a:ext cx="516668" cy="348334"/>
          </a:xfrm>
          <a:prstGeom prst="rect">
            <a:avLst/>
          </a:prstGeom>
        </p:spPr>
        <p:txBody>
          <a:bodyPr wrap="none" lIns="0" tIns="0" rIns="0" bIns="0" rtlCol="0">
            <a:noAutofit/>
          </a:bodyPr>
          <a:lstStyle/>
          <a:p>
            <a:r>
              <a:rPr lang="en-US" altLang="zh-TW" dirty="0"/>
              <a:t>copy</a:t>
            </a:r>
            <a:endParaRPr lang="zh-TW" altLang="en-US" dirty="0"/>
          </a:p>
        </p:txBody>
      </p:sp>
    </p:spTree>
    <p:extLst>
      <p:ext uri="{BB962C8B-B14F-4D97-AF65-F5344CB8AC3E}">
        <p14:creationId xmlns:p14="http://schemas.microsoft.com/office/powerpoint/2010/main" val="99145964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編號版面配置區 1">
            <a:extLst>
              <a:ext uri="{FF2B5EF4-FFF2-40B4-BE49-F238E27FC236}">
                <a16:creationId xmlns:a16="http://schemas.microsoft.com/office/drawing/2014/main" id="{C0CEA76F-7FC1-4C64-A77B-1598C7B5A51C}"/>
              </a:ext>
            </a:extLst>
          </p:cNvPr>
          <p:cNvSpPr>
            <a:spLocks noGrp="1"/>
          </p:cNvSpPr>
          <p:nvPr>
            <p:ph type="sldNum" sz="quarter" idx="4"/>
          </p:nvPr>
        </p:nvSpPr>
        <p:spPr/>
        <p:txBody>
          <a:bodyPr/>
          <a:lstStyle/>
          <a:p>
            <a:fld id="{0AEF9A4B-07C9-404C-9053-A3A2AC3AD5D6}" type="slidenum">
              <a:rPr lang="en-GB" smtClean="0"/>
              <a:pPr/>
              <a:t>6</a:t>
            </a:fld>
            <a:endParaRPr lang="en-GB" dirty="0"/>
          </a:p>
        </p:txBody>
      </p:sp>
      <p:sp>
        <p:nvSpPr>
          <p:cNvPr id="3" name="內容版面配置區 2">
            <a:extLst>
              <a:ext uri="{FF2B5EF4-FFF2-40B4-BE49-F238E27FC236}">
                <a16:creationId xmlns:a16="http://schemas.microsoft.com/office/drawing/2014/main" id="{FD82B5D7-7A97-4305-8B8D-98ECDBD27B04}"/>
              </a:ext>
            </a:extLst>
          </p:cNvPr>
          <p:cNvSpPr>
            <a:spLocks noGrp="1"/>
          </p:cNvSpPr>
          <p:nvPr>
            <p:ph sz="quarter" idx="10"/>
          </p:nvPr>
        </p:nvSpPr>
        <p:spPr/>
        <p:txBody>
          <a:bodyPr vert="horz" lIns="91440" tIns="45720" rIns="91440" bIns="45720" rtlCol="0" anchor="t">
            <a:normAutofit/>
          </a:bodyPr>
          <a:lstStyle/>
          <a:p>
            <a:r>
              <a:rPr lang="en-US" altLang="zh-TW" u="sng" dirty="0"/>
              <a:t>Check</a:t>
            </a:r>
            <a:r>
              <a:rPr lang="en-US" altLang="zh-TW" dirty="0"/>
              <a:t> Link scripts:</a:t>
            </a:r>
          </a:p>
          <a:p>
            <a:pPr lvl="1"/>
            <a:r>
              <a:rPr lang="en-US" altLang="zh-TW" dirty="0"/>
              <a:t>*lib: -lc -</a:t>
            </a:r>
            <a:r>
              <a:rPr lang="en-US" altLang="zh-TW" dirty="0" err="1"/>
              <a:t>lgloss</a:t>
            </a:r>
            <a:r>
              <a:rPr lang="en-US" altLang="zh-TW" dirty="0"/>
              <a:t> -</a:t>
            </a:r>
            <a:r>
              <a:rPr lang="en-US" altLang="zh-TW" dirty="0" err="1"/>
              <a:t>lminrt</a:t>
            </a:r>
            <a:r>
              <a:rPr lang="en-US" altLang="zh-TW" dirty="0"/>
              <a:t> -lc -</a:t>
            </a:r>
            <a:r>
              <a:rPr lang="en-US" altLang="zh-TW" dirty="0" err="1"/>
              <a:t>lhandler</a:t>
            </a:r>
            <a:r>
              <a:rPr lang="en-US" altLang="zh-TW" dirty="0"/>
              <a:t>-reset -</a:t>
            </a:r>
            <a:r>
              <a:rPr lang="en-US" altLang="zh-TW" dirty="0" err="1"/>
              <a:t>lhandlers</a:t>
            </a:r>
            <a:r>
              <a:rPr lang="en-US" altLang="zh-TW" dirty="0"/>
              <a:t>-board -</a:t>
            </a:r>
            <a:r>
              <a:rPr lang="en-US" altLang="zh-TW" dirty="0" err="1"/>
              <a:t>lminrt</a:t>
            </a:r>
            <a:r>
              <a:rPr lang="en-US" altLang="zh-TW" dirty="0"/>
              <a:t> -</a:t>
            </a:r>
            <a:r>
              <a:rPr lang="en-US" altLang="zh-TW" dirty="0" err="1"/>
              <a:t>lhal</a:t>
            </a:r>
            <a:r>
              <a:rPr lang="en-US" altLang="zh-TW" dirty="0"/>
              <a:t> -lc </a:t>
            </a:r>
            <a:r>
              <a:rPr lang="en-US" altLang="zh-TW" dirty="0">
                <a:solidFill>
                  <a:schemeClr val="accent4"/>
                </a:solidFill>
              </a:rPr>
              <a:t>-</a:t>
            </a:r>
            <a:r>
              <a:rPr lang="en-US" altLang="zh-TW" dirty="0" err="1">
                <a:solidFill>
                  <a:schemeClr val="accent4"/>
                </a:solidFill>
              </a:rPr>
              <a:t>lstdc</a:t>
            </a:r>
            <a:r>
              <a:rPr lang="en-US" altLang="zh-TW" dirty="0">
                <a:solidFill>
                  <a:schemeClr val="accent4"/>
                </a:solidFill>
              </a:rPr>
              <a:t>++</a:t>
            </a:r>
          </a:p>
          <a:p>
            <a:pPr marL="1077595" lvl="2"/>
            <a:r>
              <a:rPr lang="en-US" b="0" dirty="0">
                <a:solidFill>
                  <a:srgbClr val="353630"/>
                </a:solidFill>
              </a:rPr>
              <a:t>Path: /vendor/</a:t>
            </a:r>
            <a:r>
              <a:rPr lang="en-US" b="0" dirty="0" err="1">
                <a:solidFill>
                  <a:srgbClr val="353630"/>
                </a:solidFill>
              </a:rPr>
              <a:t>mediatek</a:t>
            </a:r>
            <a:r>
              <a:rPr lang="en-US" b="0" dirty="0">
                <a:solidFill>
                  <a:srgbClr val="353630"/>
                </a:solidFill>
              </a:rPr>
              <a:t>/proprietary/</a:t>
            </a:r>
            <a:r>
              <a:rPr lang="en-US" b="0" dirty="0" err="1">
                <a:solidFill>
                  <a:srgbClr val="353630"/>
                </a:solidFill>
              </a:rPr>
              <a:t>tinysys</a:t>
            </a:r>
            <a:r>
              <a:rPr lang="en-US" b="0" dirty="0">
                <a:solidFill>
                  <a:srgbClr val="353630"/>
                </a:solidFill>
              </a:rPr>
              <a:t>/</a:t>
            </a:r>
            <a:r>
              <a:rPr lang="en-US" b="0" dirty="0" err="1">
                <a:solidFill>
                  <a:srgbClr val="353630"/>
                </a:solidFill>
              </a:rPr>
              <a:t>adsp</a:t>
            </a:r>
            <a:r>
              <a:rPr lang="en-US" b="0" dirty="0">
                <a:solidFill>
                  <a:srgbClr val="353630"/>
                </a:solidFill>
              </a:rPr>
              <a:t>/HIFIX_SP/project/mt6xxx/HIFIX_A/platform/</a:t>
            </a:r>
            <a:r>
              <a:rPr lang="en-US" b="0" dirty="0" err="1">
                <a:solidFill>
                  <a:srgbClr val="353630"/>
                </a:solidFill>
              </a:rPr>
              <a:t>lnk-hifiX</a:t>
            </a:r>
            <a:r>
              <a:rPr lang="en-US" b="0" dirty="0">
                <a:solidFill>
                  <a:srgbClr val="353630"/>
                </a:solidFill>
              </a:rPr>
              <a:t>/RI-20XX.X-linux/specs</a:t>
            </a:r>
            <a:endParaRPr lang="en-US" altLang="zh-TW" dirty="0">
              <a:solidFill>
                <a:srgbClr val="353630"/>
              </a:solidFill>
              <a:cs typeface="Calibri"/>
            </a:endParaRPr>
          </a:p>
          <a:p>
            <a:pPr marL="271145" indent="-271145"/>
            <a:r>
              <a:rPr lang="en-US" altLang="zh-TW" u="sng" dirty="0"/>
              <a:t>Config</a:t>
            </a:r>
            <a:r>
              <a:rPr lang="en-US" altLang="zh-TW" dirty="0"/>
              <a:t> (under platform.mk)</a:t>
            </a:r>
            <a:endParaRPr lang="en-US" altLang="zh-TW" dirty="0">
              <a:cs typeface="Calibri"/>
            </a:endParaRPr>
          </a:p>
          <a:p>
            <a:pPr lvl="1"/>
            <a:r>
              <a:rPr lang="en-US" altLang="zh-TW" dirty="0"/>
              <a:t>Library entry config</a:t>
            </a:r>
          </a:p>
          <a:p>
            <a:pPr lvl="2"/>
            <a:r>
              <a:rPr lang="en-US" altLang="zh-TW" dirty="0"/>
              <a:t>Example</a:t>
            </a:r>
          </a:p>
          <a:p>
            <a:pPr lvl="3"/>
            <a:r>
              <a:rPr lang="en-US" altLang="zh-TW" dirty="0"/>
              <a:t>CFLAGS += -D</a:t>
            </a:r>
            <a:r>
              <a:rPr lang="en-US" altLang="zh-TW" b="1" dirty="0">
                <a:solidFill>
                  <a:schemeClr val="accent3"/>
                </a:solidFill>
              </a:rPr>
              <a:t>AURISYS_CPP_SUPPORT</a:t>
            </a:r>
          </a:p>
          <a:p>
            <a:pPr lvl="1"/>
            <a:r>
              <a:rPr lang="en-US" altLang="zh-TW" dirty="0"/>
              <a:t>LIBFLAGS</a:t>
            </a:r>
          </a:p>
          <a:p>
            <a:pPr lvl="2"/>
            <a:r>
              <a:rPr lang="en-US" altLang="zh-TW" dirty="0"/>
              <a:t>Assume the prebuilt library is </a:t>
            </a:r>
            <a:r>
              <a:rPr lang="en-US" altLang="zh-TW" dirty="0" err="1"/>
              <a:t>lib</a:t>
            </a:r>
            <a:r>
              <a:rPr lang="en-US" altLang="zh-TW" b="1" dirty="0" err="1">
                <a:solidFill>
                  <a:schemeClr val="accent3"/>
                </a:solidFill>
              </a:rPr>
              <a:t>xxx</a:t>
            </a:r>
            <a:r>
              <a:rPr lang="en-US" altLang="zh-TW" dirty="0" err="1"/>
              <a:t>.a</a:t>
            </a:r>
            <a:endParaRPr lang="en-US" altLang="zh-TW" dirty="0"/>
          </a:p>
          <a:p>
            <a:pPr lvl="3"/>
            <a:r>
              <a:rPr lang="en-US" altLang="zh-TW" dirty="0"/>
              <a:t>LIBFLAGS += -</a:t>
            </a:r>
            <a:r>
              <a:rPr lang="en-US" altLang="zh-TW" dirty="0" err="1"/>
              <a:t>Wl</a:t>
            </a:r>
            <a:r>
              <a:rPr lang="en-US" altLang="zh-TW" dirty="0"/>
              <a:t>,-L$(ADSP_MIDDLEWARE_DIR)/lib/$(XT_INTERNAL_LIB_DIR)/</a:t>
            </a:r>
            <a:r>
              <a:rPr lang="en-US" altLang="zh-TW" b="1" dirty="0" err="1">
                <a:solidFill>
                  <a:schemeClr val="accent2"/>
                </a:solidFill>
              </a:rPr>
              <a:t>lib_folder_name</a:t>
            </a:r>
            <a:r>
              <a:rPr lang="en-US" altLang="zh-TW" b="1" dirty="0"/>
              <a:t> </a:t>
            </a:r>
            <a:r>
              <a:rPr lang="en-US" altLang="zh-TW" dirty="0"/>
              <a:t>-l</a:t>
            </a:r>
            <a:r>
              <a:rPr lang="en-US" altLang="zh-TW" b="1" dirty="0">
                <a:solidFill>
                  <a:schemeClr val="accent3"/>
                </a:solidFill>
              </a:rPr>
              <a:t>xxx</a:t>
            </a:r>
            <a:r>
              <a:rPr lang="en-US" altLang="zh-TW" dirty="0">
                <a:solidFill>
                  <a:schemeClr val="accent3"/>
                </a:solidFill>
              </a:rPr>
              <a:t> </a:t>
            </a:r>
          </a:p>
          <a:p>
            <a:pPr lvl="2"/>
            <a:r>
              <a:rPr lang="en-US" altLang="zh-TW" dirty="0"/>
              <a:t>Example</a:t>
            </a:r>
          </a:p>
          <a:p>
            <a:pPr lvl="3"/>
            <a:r>
              <a:rPr lang="en-US" altLang="zh-TW" dirty="0"/>
              <a:t>LIBFLAGS += -</a:t>
            </a:r>
            <a:r>
              <a:rPr lang="en-US" altLang="zh-TW" dirty="0" err="1"/>
              <a:t>Wl</a:t>
            </a:r>
            <a:r>
              <a:rPr lang="en-US" altLang="zh-TW" dirty="0"/>
              <a:t>,-L$(ADSP_MIDDLEWARE_DIR)/lib/$(XT_INTERNAL_LIB_DIR)/</a:t>
            </a:r>
            <a:r>
              <a:rPr lang="en-US" altLang="zh-TW" b="1" dirty="0">
                <a:solidFill>
                  <a:schemeClr val="accent2"/>
                </a:solidFill>
              </a:rPr>
              <a:t>libdemocpp</a:t>
            </a:r>
            <a:r>
              <a:rPr lang="en-US" altLang="zh-TW" dirty="0"/>
              <a:t> -</a:t>
            </a:r>
            <a:r>
              <a:rPr lang="en-US" altLang="zh-TW" dirty="0" err="1"/>
              <a:t>l</a:t>
            </a:r>
            <a:r>
              <a:rPr lang="en-US" altLang="zh-TW" b="1" dirty="0" err="1">
                <a:solidFill>
                  <a:schemeClr val="accent3"/>
                </a:solidFill>
              </a:rPr>
              <a:t>democpp</a:t>
            </a:r>
            <a:endParaRPr lang="en-US" altLang="zh-TW" b="1" dirty="0">
              <a:solidFill>
                <a:schemeClr val="accent3"/>
              </a:solidFill>
            </a:endParaRPr>
          </a:p>
          <a:p>
            <a:endParaRPr lang="zh-TW" altLang="en-US" dirty="0"/>
          </a:p>
        </p:txBody>
      </p:sp>
      <p:sp>
        <p:nvSpPr>
          <p:cNvPr id="4" name="標題 3">
            <a:extLst>
              <a:ext uri="{FF2B5EF4-FFF2-40B4-BE49-F238E27FC236}">
                <a16:creationId xmlns:a16="http://schemas.microsoft.com/office/drawing/2014/main" id="{91DEF769-5A34-4CEB-BC43-CB947F5ED8CE}"/>
              </a:ext>
            </a:extLst>
          </p:cNvPr>
          <p:cNvSpPr>
            <a:spLocks noGrp="1"/>
          </p:cNvSpPr>
          <p:nvPr>
            <p:ph type="title"/>
          </p:nvPr>
        </p:nvSpPr>
        <p:spPr/>
        <p:txBody>
          <a:bodyPr>
            <a:normAutofit/>
          </a:bodyPr>
          <a:lstStyle/>
          <a:p>
            <a:r>
              <a:rPr lang="en-US" altLang="zh-TW" dirty="0"/>
              <a:t>How-to build-in in ADSP image</a:t>
            </a:r>
            <a:endParaRPr lang="zh-TW" altLang="en-US" dirty="0"/>
          </a:p>
        </p:txBody>
      </p:sp>
      <p:pic>
        <p:nvPicPr>
          <p:cNvPr id="8" name="圖片 7">
            <a:extLst>
              <a:ext uri="{FF2B5EF4-FFF2-40B4-BE49-F238E27FC236}">
                <a16:creationId xmlns:a16="http://schemas.microsoft.com/office/drawing/2014/main" id="{DBB7AE0C-17FF-43F8-8794-D986FE7C7370}"/>
              </a:ext>
            </a:extLst>
          </p:cNvPr>
          <p:cNvPicPr>
            <a:picLocks noChangeAspect="1"/>
          </p:cNvPicPr>
          <p:nvPr/>
        </p:nvPicPr>
        <p:blipFill>
          <a:blip r:embed="rId3"/>
          <a:stretch>
            <a:fillRect/>
          </a:stretch>
        </p:blipFill>
        <p:spPr>
          <a:xfrm>
            <a:off x="4500130" y="2494921"/>
            <a:ext cx="2856634" cy="584648"/>
          </a:xfrm>
          <a:prstGeom prst="rect">
            <a:avLst/>
          </a:prstGeom>
          <a:ln>
            <a:solidFill>
              <a:schemeClr val="tx1"/>
            </a:solidFill>
          </a:ln>
        </p:spPr>
      </p:pic>
      <p:sp>
        <p:nvSpPr>
          <p:cNvPr id="10" name="箭號: 向右 9">
            <a:extLst>
              <a:ext uri="{FF2B5EF4-FFF2-40B4-BE49-F238E27FC236}">
                <a16:creationId xmlns:a16="http://schemas.microsoft.com/office/drawing/2014/main" id="{4EA2B50F-8D6C-46DA-87B4-B7A7DFC87362}"/>
              </a:ext>
            </a:extLst>
          </p:cNvPr>
          <p:cNvSpPr/>
          <p:nvPr/>
        </p:nvSpPr>
        <p:spPr>
          <a:xfrm>
            <a:off x="2749024" y="2526537"/>
            <a:ext cx="1751105" cy="131568"/>
          </a:xfrm>
          <a:prstGeom prst="rightArrow">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zh-TW" altLang="en-US"/>
          </a:p>
        </p:txBody>
      </p:sp>
      <p:sp>
        <p:nvSpPr>
          <p:cNvPr id="11" name="文字方塊 10">
            <a:extLst>
              <a:ext uri="{FF2B5EF4-FFF2-40B4-BE49-F238E27FC236}">
                <a16:creationId xmlns:a16="http://schemas.microsoft.com/office/drawing/2014/main" id="{45795A34-33C4-4666-9B34-D1EC7116274D}"/>
              </a:ext>
            </a:extLst>
          </p:cNvPr>
          <p:cNvSpPr txBox="1"/>
          <p:nvPr/>
        </p:nvSpPr>
        <p:spPr>
          <a:xfrm>
            <a:off x="2995101" y="2380719"/>
            <a:ext cx="1342724" cy="228403"/>
          </a:xfrm>
          <a:prstGeom prst="rect">
            <a:avLst/>
          </a:prstGeom>
        </p:spPr>
        <p:txBody>
          <a:bodyPr wrap="none" lIns="0" tIns="0" rIns="0" bIns="0" rtlCol="0">
            <a:noAutofit/>
          </a:bodyPr>
          <a:lstStyle/>
          <a:p>
            <a:r>
              <a:rPr lang="en-US" altLang="zh-TW" sz="1200" dirty="0"/>
              <a:t>To distinguish this</a:t>
            </a:r>
            <a:endParaRPr lang="zh-TW" altLang="en-US" sz="1200" dirty="0"/>
          </a:p>
        </p:txBody>
      </p:sp>
      <p:sp>
        <p:nvSpPr>
          <p:cNvPr id="13" name="文字方塊 12">
            <a:extLst>
              <a:ext uri="{FF2B5EF4-FFF2-40B4-BE49-F238E27FC236}">
                <a16:creationId xmlns:a16="http://schemas.microsoft.com/office/drawing/2014/main" id="{989E45A5-EFEC-41FF-B009-8E9E62EAFE3F}"/>
              </a:ext>
            </a:extLst>
          </p:cNvPr>
          <p:cNvSpPr txBox="1"/>
          <p:nvPr/>
        </p:nvSpPr>
        <p:spPr>
          <a:xfrm>
            <a:off x="5555673" y="2220471"/>
            <a:ext cx="1963396" cy="276999"/>
          </a:xfrm>
          <a:prstGeom prst="rect">
            <a:avLst/>
          </a:prstGeom>
          <a:noFill/>
        </p:spPr>
        <p:txBody>
          <a:bodyPr wrap="square">
            <a:spAutoFit/>
          </a:bodyPr>
          <a:lstStyle/>
          <a:p>
            <a:r>
              <a:rPr lang="zh-TW" altLang="en-US" sz="1200" i="1" dirty="0">
                <a:latin typeface="Cambria" panose="02040503050406030204" pitchFamily="18" charset="0"/>
              </a:rPr>
              <a:t>arsi_library_entry_points.h</a:t>
            </a:r>
          </a:p>
        </p:txBody>
      </p:sp>
    </p:spTree>
    <p:extLst>
      <p:ext uri="{BB962C8B-B14F-4D97-AF65-F5344CB8AC3E}">
        <p14:creationId xmlns:p14="http://schemas.microsoft.com/office/powerpoint/2010/main" val="26425896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編號版面配置區 1">
            <a:extLst>
              <a:ext uri="{FF2B5EF4-FFF2-40B4-BE49-F238E27FC236}">
                <a16:creationId xmlns:a16="http://schemas.microsoft.com/office/drawing/2014/main" id="{1B8C0BDF-057C-4F34-B462-624C5282E9C7}"/>
              </a:ext>
            </a:extLst>
          </p:cNvPr>
          <p:cNvSpPr>
            <a:spLocks noGrp="1"/>
          </p:cNvSpPr>
          <p:nvPr>
            <p:ph type="sldNum" sz="quarter" idx="4"/>
          </p:nvPr>
        </p:nvSpPr>
        <p:spPr/>
        <p:txBody>
          <a:bodyPr/>
          <a:lstStyle/>
          <a:p>
            <a:fld id="{0AEF9A4B-07C9-404C-9053-A3A2AC3AD5D6}" type="slidenum">
              <a:rPr lang="en-GB" smtClean="0"/>
              <a:pPr/>
              <a:t>7</a:t>
            </a:fld>
            <a:endParaRPr lang="en-GB" dirty="0"/>
          </a:p>
        </p:txBody>
      </p:sp>
      <p:sp>
        <p:nvSpPr>
          <p:cNvPr id="3" name="內容版面配置區 2">
            <a:extLst>
              <a:ext uri="{FF2B5EF4-FFF2-40B4-BE49-F238E27FC236}">
                <a16:creationId xmlns:a16="http://schemas.microsoft.com/office/drawing/2014/main" id="{DAB98EF0-17B3-467C-B1BC-1B9986477E18}"/>
              </a:ext>
            </a:extLst>
          </p:cNvPr>
          <p:cNvSpPr>
            <a:spLocks noGrp="1"/>
          </p:cNvSpPr>
          <p:nvPr>
            <p:ph sz="quarter" idx="10"/>
          </p:nvPr>
        </p:nvSpPr>
        <p:spPr/>
        <p:txBody>
          <a:bodyPr>
            <a:normAutofit/>
          </a:bodyPr>
          <a:lstStyle/>
          <a:p>
            <a:r>
              <a:rPr lang="en-US" altLang="zh-TW" sz="1400" dirty="0"/>
              <a:t>Please refer to </a:t>
            </a:r>
            <a:r>
              <a:rPr lang="en-US" altLang="zh-TW" sz="1400" dirty="0">
                <a:solidFill>
                  <a:srgbClr val="C00000"/>
                </a:solidFill>
                <a:latin typeface="Cambria" panose="02040503050406030204" pitchFamily="18" charset="0"/>
                <a:ea typeface="Cambria" panose="02040503050406030204" pitchFamily="18" charset="0"/>
              </a:rPr>
              <a:t>AudioDSP_Development_Tutorial.doc - New Aurisys Scenario</a:t>
            </a:r>
            <a:r>
              <a:rPr lang="en-US" altLang="zh-TW" sz="1400" dirty="0">
                <a:solidFill>
                  <a:srgbClr val="C00000"/>
                </a:solidFill>
              </a:rPr>
              <a:t> </a:t>
            </a:r>
            <a:r>
              <a:rPr lang="en-US" altLang="zh-TW" sz="1400" dirty="0"/>
              <a:t>for details!!!</a:t>
            </a:r>
          </a:p>
          <a:p>
            <a:r>
              <a:rPr lang="en-US" altLang="zh-TW" sz="1400" b="0" dirty="0"/>
              <a:t>Example:</a:t>
            </a:r>
            <a:endParaRPr lang="zh-TW" altLang="en-US" sz="1400" b="0" dirty="0"/>
          </a:p>
        </p:txBody>
      </p:sp>
      <p:sp>
        <p:nvSpPr>
          <p:cNvPr id="4" name="標題 3">
            <a:extLst>
              <a:ext uri="{FF2B5EF4-FFF2-40B4-BE49-F238E27FC236}">
                <a16:creationId xmlns:a16="http://schemas.microsoft.com/office/drawing/2014/main" id="{F2750143-055A-47A2-8600-4EB03706651C}"/>
              </a:ext>
            </a:extLst>
          </p:cNvPr>
          <p:cNvSpPr>
            <a:spLocks noGrp="1"/>
          </p:cNvSpPr>
          <p:nvPr>
            <p:ph type="title"/>
          </p:nvPr>
        </p:nvSpPr>
        <p:spPr/>
        <p:txBody>
          <a:bodyPr/>
          <a:lstStyle/>
          <a:p>
            <a:r>
              <a:rPr lang="en-US" altLang="zh-TW" dirty="0"/>
              <a:t>Add library to scenario</a:t>
            </a:r>
            <a:endParaRPr lang="zh-TW" altLang="en-US" dirty="0"/>
          </a:p>
        </p:txBody>
      </p:sp>
      <p:pic>
        <p:nvPicPr>
          <p:cNvPr id="8" name="圖片 7">
            <a:extLst>
              <a:ext uri="{FF2B5EF4-FFF2-40B4-BE49-F238E27FC236}">
                <a16:creationId xmlns:a16="http://schemas.microsoft.com/office/drawing/2014/main" id="{49D305E4-2D1E-4153-8DD1-8CF66F643094}"/>
              </a:ext>
            </a:extLst>
          </p:cNvPr>
          <p:cNvPicPr>
            <a:picLocks noChangeAspect="1"/>
          </p:cNvPicPr>
          <p:nvPr/>
        </p:nvPicPr>
        <p:blipFill>
          <a:blip r:embed="rId3"/>
          <a:stretch>
            <a:fillRect/>
          </a:stretch>
        </p:blipFill>
        <p:spPr>
          <a:xfrm>
            <a:off x="2531033" y="1420538"/>
            <a:ext cx="1524000" cy="209550"/>
          </a:xfrm>
          <a:prstGeom prst="rect">
            <a:avLst/>
          </a:prstGeom>
          <a:ln>
            <a:solidFill>
              <a:schemeClr val="tx1"/>
            </a:solidFill>
          </a:ln>
        </p:spPr>
      </p:pic>
      <p:sp>
        <p:nvSpPr>
          <p:cNvPr id="18" name="文字方塊 17">
            <a:extLst>
              <a:ext uri="{FF2B5EF4-FFF2-40B4-BE49-F238E27FC236}">
                <a16:creationId xmlns:a16="http://schemas.microsoft.com/office/drawing/2014/main" id="{620696CC-E510-47B2-B671-38263F443388}"/>
              </a:ext>
            </a:extLst>
          </p:cNvPr>
          <p:cNvSpPr txBox="1"/>
          <p:nvPr/>
        </p:nvSpPr>
        <p:spPr>
          <a:xfrm>
            <a:off x="1012538" y="3155287"/>
            <a:ext cx="1234054" cy="244152"/>
          </a:xfrm>
          <a:prstGeom prst="rect">
            <a:avLst/>
          </a:prstGeom>
        </p:spPr>
        <p:txBody>
          <a:bodyPr wrap="none" lIns="0" tIns="0" rIns="0" bIns="0" rtlCol="0">
            <a:noAutofit/>
          </a:bodyPr>
          <a:lstStyle/>
          <a:p>
            <a:r>
              <a:rPr lang="en-US" altLang="zh-TW" sz="1400" dirty="0"/>
              <a:t>Check adsp log</a:t>
            </a:r>
            <a:endParaRPr lang="zh-TW" altLang="en-US" sz="1400" dirty="0"/>
          </a:p>
        </p:txBody>
      </p:sp>
      <p:pic>
        <p:nvPicPr>
          <p:cNvPr id="7" name="圖片 6">
            <a:extLst>
              <a:ext uri="{FF2B5EF4-FFF2-40B4-BE49-F238E27FC236}">
                <a16:creationId xmlns:a16="http://schemas.microsoft.com/office/drawing/2014/main" id="{6BD39CE0-D02B-4343-A2C5-6CF03BB98BA2}"/>
              </a:ext>
            </a:extLst>
          </p:cNvPr>
          <p:cNvPicPr>
            <a:picLocks noChangeAspect="1"/>
          </p:cNvPicPr>
          <p:nvPr/>
        </p:nvPicPr>
        <p:blipFill>
          <a:blip r:embed="rId4"/>
          <a:stretch>
            <a:fillRect/>
          </a:stretch>
        </p:blipFill>
        <p:spPr>
          <a:xfrm>
            <a:off x="2538104" y="3750161"/>
            <a:ext cx="5873738" cy="440310"/>
          </a:xfrm>
          <a:prstGeom prst="rect">
            <a:avLst/>
          </a:prstGeom>
          <a:ln>
            <a:solidFill>
              <a:schemeClr val="tx1"/>
            </a:solidFill>
          </a:ln>
        </p:spPr>
      </p:pic>
      <p:pic>
        <p:nvPicPr>
          <p:cNvPr id="16" name="圖片 15">
            <a:extLst>
              <a:ext uri="{FF2B5EF4-FFF2-40B4-BE49-F238E27FC236}">
                <a16:creationId xmlns:a16="http://schemas.microsoft.com/office/drawing/2014/main" id="{7DB0B083-0C4B-4D5B-887A-3E75A7514157}"/>
              </a:ext>
            </a:extLst>
          </p:cNvPr>
          <p:cNvPicPr>
            <a:picLocks noChangeAspect="1"/>
          </p:cNvPicPr>
          <p:nvPr/>
        </p:nvPicPr>
        <p:blipFill>
          <a:blip r:embed="rId5"/>
          <a:stretch>
            <a:fillRect/>
          </a:stretch>
        </p:blipFill>
        <p:spPr>
          <a:xfrm>
            <a:off x="2538104" y="2637798"/>
            <a:ext cx="5049072" cy="1097986"/>
          </a:xfrm>
          <a:prstGeom prst="rect">
            <a:avLst/>
          </a:prstGeom>
          <a:ln>
            <a:solidFill>
              <a:schemeClr val="tx1"/>
            </a:solidFill>
          </a:ln>
        </p:spPr>
      </p:pic>
      <p:sp>
        <p:nvSpPr>
          <p:cNvPr id="12" name="箭號: 向右 11">
            <a:extLst>
              <a:ext uri="{FF2B5EF4-FFF2-40B4-BE49-F238E27FC236}">
                <a16:creationId xmlns:a16="http://schemas.microsoft.com/office/drawing/2014/main" id="{8765AE22-360C-4BC7-BDB0-A22C9B701DCC}"/>
              </a:ext>
            </a:extLst>
          </p:cNvPr>
          <p:cNvSpPr/>
          <p:nvPr/>
        </p:nvSpPr>
        <p:spPr>
          <a:xfrm rot="10800000">
            <a:off x="7489103" y="3042067"/>
            <a:ext cx="717048" cy="131568"/>
          </a:xfrm>
          <a:prstGeom prst="rightArrow">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TW" altLang="en-US"/>
          </a:p>
        </p:txBody>
      </p:sp>
      <p:sp>
        <p:nvSpPr>
          <p:cNvPr id="21" name="箭號: 向右 20">
            <a:extLst>
              <a:ext uri="{FF2B5EF4-FFF2-40B4-BE49-F238E27FC236}">
                <a16:creationId xmlns:a16="http://schemas.microsoft.com/office/drawing/2014/main" id="{FD46E9AD-86B0-45CB-ADF2-88A78D973BEC}"/>
              </a:ext>
            </a:extLst>
          </p:cNvPr>
          <p:cNvSpPr/>
          <p:nvPr/>
        </p:nvSpPr>
        <p:spPr>
          <a:xfrm rot="10800000">
            <a:off x="6464631" y="3896136"/>
            <a:ext cx="717048" cy="131568"/>
          </a:xfrm>
          <a:prstGeom prst="rightArrow">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TW" altLang="en-US"/>
          </a:p>
        </p:txBody>
      </p:sp>
      <p:pic>
        <p:nvPicPr>
          <p:cNvPr id="23" name="圖片 22">
            <a:extLst>
              <a:ext uri="{FF2B5EF4-FFF2-40B4-BE49-F238E27FC236}">
                <a16:creationId xmlns:a16="http://schemas.microsoft.com/office/drawing/2014/main" id="{2F8BBA11-9097-473D-861E-5066DAE663AF}"/>
              </a:ext>
            </a:extLst>
          </p:cNvPr>
          <p:cNvPicPr>
            <a:picLocks noChangeAspect="1"/>
          </p:cNvPicPr>
          <p:nvPr/>
        </p:nvPicPr>
        <p:blipFill>
          <a:blip r:embed="rId6"/>
          <a:stretch>
            <a:fillRect/>
          </a:stretch>
        </p:blipFill>
        <p:spPr>
          <a:xfrm>
            <a:off x="2527399" y="4561455"/>
            <a:ext cx="3825969" cy="188400"/>
          </a:xfrm>
          <a:prstGeom prst="rect">
            <a:avLst/>
          </a:prstGeom>
          <a:ln>
            <a:solidFill>
              <a:schemeClr val="tx1"/>
            </a:solidFill>
          </a:ln>
        </p:spPr>
      </p:pic>
      <p:pic>
        <p:nvPicPr>
          <p:cNvPr id="25" name="圖片 24">
            <a:extLst>
              <a:ext uri="{FF2B5EF4-FFF2-40B4-BE49-F238E27FC236}">
                <a16:creationId xmlns:a16="http://schemas.microsoft.com/office/drawing/2014/main" id="{8A597CA8-86D3-4AF2-B7E8-421C73F6B64B}"/>
              </a:ext>
            </a:extLst>
          </p:cNvPr>
          <p:cNvPicPr>
            <a:picLocks noChangeAspect="1"/>
          </p:cNvPicPr>
          <p:nvPr/>
        </p:nvPicPr>
        <p:blipFill>
          <a:blip r:embed="rId7"/>
          <a:stretch>
            <a:fillRect/>
          </a:stretch>
        </p:blipFill>
        <p:spPr>
          <a:xfrm>
            <a:off x="2531033" y="1645775"/>
            <a:ext cx="3822335" cy="858793"/>
          </a:xfrm>
          <a:prstGeom prst="rect">
            <a:avLst/>
          </a:prstGeom>
          <a:ln>
            <a:solidFill>
              <a:schemeClr val="tx1"/>
            </a:solidFill>
          </a:ln>
        </p:spPr>
      </p:pic>
      <p:sp>
        <p:nvSpPr>
          <p:cNvPr id="13" name="矩形 12">
            <a:extLst>
              <a:ext uri="{FF2B5EF4-FFF2-40B4-BE49-F238E27FC236}">
                <a16:creationId xmlns:a16="http://schemas.microsoft.com/office/drawing/2014/main" id="{8916CA3D-5AC2-4B74-A049-4B7AECCD6B6B}"/>
              </a:ext>
            </a:extLst>
          </p:cNvPr>
          <p:cNvSpPr/>
          <p:nvPr/>
        </p:nvSpPr>
        <p:spPr>
          <a:xfrm>
            <a:off x="4514524" y="1630088"/>
            <a:ext cx="1838844" cy="150257"/>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4" name="矩形 13">
            <a:extLst>
              <a:ext uri="{FF2B5EF4-FFF2-40B4-BE49-F238E27FC236}">
                <a16:creationId xmlns:a16="http://schemas.microsoft.com/office/drawing/2014/main" id="{E5A5F325-C8A6-4619-B010-A47D85621EF2}"/>
              </a:ext>
            </a:extLst>
          </p:cNvPr>
          <p:cNvSpPr/>
          <p:nvPr/>
        </p:nvSpPr>
        <p:spPr>
          <a:xfrm>
            <a:off x="4531514" y="2645160"/>
            <a:ext cx="1311999" cy="124179"/>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15" name="接點: 肘形 14">
            <a:extLst>
              <a:ext uri="{FF2B5EF4-FFF2-40B4-BE49-F238E27FC236}">
                <a16:creationId xmlns:a16="http://schemas.microsoft.com/office/drawing/2014/main" id="{B7120AB8-EBA9-4686-BDE4-1A535DEB952A}"/>
              </a:ext>
            </a:extLst>
          </p:cNvPr>
          <p:cNvCxnSpPr>
            <a:cxnSpLocks/>
            <a:stCxn id="13" idx="3"/>
            <a:endCxn id="14" idx="3"/>
          </p:cNvCxnSpPr>
          <p:nvPr/>
        </p:nvCxnSpPr>
        <p:spPr>
          <a:xfrm flipH="1">
            <a:off x="5843513" y="1705217"/>
            <a:ext cx="509855" cy="1002033"/>
          </a:xfrm>
          <a:prstGeom prst="bentConnector3">
            <a:avLst>
              <a:gd name="adj1" fmla="val -44836"/>
            </a:avLst>
          </a:prstGeom>
          <a:ln w="19050">
            <a:tailEnd type="triangle"/>
          </a:ln>
        </p:spPr>
        <p:style>
          <a:lnRef idx="1">
            <a:schemeClr val="accent4"/>
          </a:lnRef>
          <a:fillRef idx="0">
            <a:schemeClr val="accent4"/>
          </a:fillRef>
          <a:effectRef idx="0">
            <a:schemeClr val="accent4"/>
          </a:effectRef>
          <a:fontRef idx="minor">
            <a:schemeClr val="tx1"/>
          </a:fontRef>
        </p:style>
      </p:cxnSp>
      <p:sp>
        <p:nvSpPr>
          <p:cNvPr id="29" name="矩形 28">
            <a:extLst>
              <a:ext uri="{FF2B5EF4-FFF2-40B4-BE49-F238E27FC236}">
                <a16:creationId xmlns:a16="http://schemas.microsoft.com/office/drawing/2014/main" id="{C89A58F3-3DE8-48B7-84CC-023DDEF35EBA}"/>
              </a:ext>
            </a:extLst>
          </p:cNvPr>
          <p:cNvSpPr/>
          <p:nvPr/>
        </p:nvSpPr>
        <p:spPr>
          <a:xfrm>
            <a:off x="4638048" y="3749857"/>
            <a:ext cx="1443199" cy="124179"/>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0" name="矩形 29">
            <a:extLst>
              <a:ext uri="{FF2B5EF4-FFF2-40B4-BE49-F238E27FC236}">
                <a16:creationId xmlns:a16="http://schemas.microsoft.com/office/drawing/2014/main" id="{0A55B5C9-CFC3-4DDD-ACC5-49933234595F}"/>
              </a:ext>
            </a:extLst>
          </p:cNvPr>
          <p:cNvSpPr/>
          <p:nvPr/>
        </p:nvSpPr>
        <p:spPr>
          <a:xfrm>
            <a:off x="5631768" y="4041495"/>
            <a:ext cx="2780074" cy="124179"/>
          </a:xfrm>
          <a:prstGeom prst="rect">
            <a:avLst/>
          </a:prstGeom>
          <a:no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1" name="矩形 30">
            <a:extLst>
              <a:ext uri="{FF2B5EF4-FFF2-40B4-BE49-F238E27FC236}">
                <a16:creationId xmlns:a16="http://schemas.microsoft.com/office/drawing/2014/main" id="{C6D30B27-05E6-47D0-891F-D3EEB9B9553F}"/>
              </a:ext>
            </a:extLst>
          </p:cNvPr>
          <p:cNvSpPr/>
          <p:nvPr/>
        </p:nvSpPr>
        <p:spPr>
          <a:xfrm>
            <a:off x="4023078" y="4597891"/>
            <a:ext cx="2385699" cy="124179"/>
          </a:xfrm>
          <a:prstGeom prst="rect">
            <a:avLst/>
          </a:prstGeom>
          <a:no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32" name="接點: 肘形 31">
            <a:extLst>
              <a:ext uri="{FF2B5EF4-FFF2-40B4-BE49-F238E27FC236}">
                <a16:creationId xmlns:a16="http://schemas.microsoft.com/office/drawing/2014/main" id="{42481DA9-5A51-4661-9CAF-E3B7F5A6225D}"/>
              </a:ext>
            </a:extLst>
          </p:cNvPr>
          <p:cNvCxnSpPr>
            <a:cxnSpLocks/>
            <a:stCxn id="31" idx="3"/>
            <a:endCxn id="30" idx="3"/>
          </p:cNvCxnSpPr>
          <p:nvPr/>
        </p:nvCxnSpPr>
        <p:spPr>
          <a:xfrm flipV="1">
            <a:off x="6408777" y="4103585"/>
            <a:ext cx="2003065" cy="556396"/>
          </a:xfrm>
          <a:prstGeom prst="bentConnector3">
            <a:avLst>
              <a:gd name="adj1" fmla="val 111413"/>
            </a:avLst>
          </a:prstGeom>
          <a:ln w="19050">
            <a:solidFill>
              <a:schemeClr val="accent2"/>
            </a:solidFill>
            <a:tailEnd type="triangle"/>
          </a:ln>
        </p:spPr>
        <p:style>
          <a:lnRef idx="1">
            <a:schemeClr val="accent4"/>
          </a:lnRef>
          <a:fillRef idx="0">
            <a:schemeClr val="accent4"/>
          </a:fillRef>
          <a:effectRef idx="0">
            <a:schemeClr val="accent4"/>
          </a:effectRef>
          <a:fontRef idx="minor">
            <a:schemeClr val="tx1"/>
          </a:fontRef>
        </p:style>
      </p:cxnSp>
      <p:sp>
        <p:nvSpPr>
          <p:cNvPr id="36" name="箭號: 向右 35">
            <a:extLst>
              <a:ext uri="{FF2B5EF4-FFF2-40B4-BE49-F238E27FC236}">
                <a16:creationId xmlns:a16="http://schemas.microsoft.com/office/drawing/2014/main" id="{0F3F918D-FA35-4799-A1B4-7D0F95A9C34D}"/>
              </a:ext>
            </a:extLst>
          </p:cNvPr>
          <p:cNvSpPr/>
          <p:nvPr/>
        </p:nvSpPr>
        <p:spPr>
          <a:xfrm rot="10800000">
            <a:off x="4656934" y="2136168"/>
            <a:ext cx="717048" cy="131568"/>
          </a:xfrm>
          <a:prstGeom prst="rightArrow">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TW" altLang="en-US"/>
          </a:p>
        </p:txBody>
      </p:sp>
      <p:pic>
        <p:nvPicPr>
          <p:cNvPr id="40" name="圖片 39">
            <a:extLst>
              <a:ext uri="{FF2B5EF4-FFF2-40B4-BE49-F238E27FC236}">
                <a16:creationId xmlns:a16="http://schemas.microsoft.com/office/drawing/2014/main" id="{3D59CC24-FAB9-4963-982A-B576CB250529}"/>
              </a:ext>
            </a:extLst>
          </p:cNvPr>
          <p:cNvPicPr>
            <a:picLocks noChangeAspect="1"/>
          </p:cNvPicPr>
          <p:nvPr/>
        </p:nvPicPr>
        <p:blipFill>
          <a:blip r:embed="rId8"/>
          <a:stretch>
            <a:fillRect/>
          </a:stretch>
        </p:blipFill>
        <p:spPr>
          <a:xfrm>
            <a:off x="2527399" y="4328529"/>
            <a:ext cx="1447800" cy="228600"/>
          </a:xfrm>
          <a:prstGeom prst="rect">
            <a:avLst/>
          </a:prstGeom>
          <a:ln>
            <a:solidFill>
              <a:schemeClr val="tx1"/>
            </a:solidFill>
          </a:ln>
        </p:spPr>
      </p:pic>
      <p:sp>
        <p:nvSpPr>
          <p:cNvPr id="41" name="文字方塊 40">
            <a:extLst>
              <a:ext uri="{FF2B5EF4-FFF2-40B4-BE49-F238E27FC236}">
                <a16:creationId xmlns:a16="http://schemas.microsoft.com/office/drawing/2014/main" id="{E4281111-BA9B-42BA-B322-122A1EE34A7A}"/>
              </a:ext>
            </a:extLst>
          </p:cNvPr>
          <p:cNvSpPr txBox="1"/>
          <p:nvPr/>
        </p:nvSpPr>
        <p:spPr>
          <a:xfrm>
            <a:off x="7021805" y="4377673"/>
            <a:ext cx="1616175" cy="273656"/>
          </a:xfrm>
          <a:prstGeom prst="rect">
            <a:avLst/>
          </a:prstGeom>
        </p:spPr>
        <p:txBody>
          <a:bodyPr wrap="none" lIns="0" tIns="0" rIns="0" bIns="0" rtlCol="0">
            <a:noAutofit/>
          </a:bodyPr>
          <a:lstStyle/>
          <a:p>
            <a:endParaRPr lang="zh-TW" altLang="en-US" sz="1200" dirty="0"/>
          </a:p>
        </p:txBody>
      </p:sp>
      <p:sp>
        <p:nvSpPr>
          <p:cNvPr id="42" name="橢圓 41">
            <a:extLst>
              <a:ext uri="{FF2B5EF4-FFF2-40B4-BE49-F238E27FC236}">
                <a16:creationId xmlns:a16="http://schemas.microsoft.com/office/drawing/2014/main" id="{92EEF831-0300-4A94-A50C-6F7A2083E8C2}"/>
              </a:ext>
            </a:extLst>
          </p:cNvPr>
          <p:cNvSpPr/>
          <p:nvPr/>
        </p:nvSpPr>
        <p:spPr>
          <a:xfrm>
            <a:off x="759492" y="1688195"/>
            <a:ext cx="175101" cy="20955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altLang="zh-TW" sz="1200" dirty="0"/>
              <a:t>1</a:t>
            </a:r>
            <a:endParaRPr lang="zh-TW" altLang="en-US" sz="1200" dirty="0"/>
          </a:p>
        </p:txBody>
      </p:sp>
      <p:sp>
        <p:nvSpPr>
          <p:cNvPr id="43" name="橢圓 42">
            <a:extLst>
              <a:ext uri="{FF2B5EF4-FFF2-40B4-BE49-F238E27FC236}">
                <a16:creationId xmlns:a16="http://schemas.microsoft.com/office/drawing/2014/main" id="{21133774-37B1-44E3-81E7-49F09BB08746}"/>
              </a:ext>
            </a:extLst>
          </p:cNvPr>
          <p:cNvSpPr/>
          <p:nvPr/>
        </p:nvSpPr>
        <p:spPr>
          <a:xfrm>
            <a:off x="759492" y="3155287"/>
            <a:ext cx="175101" cy="20955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altLang="zh-TW" sz="1200" dirty="0"/>
              <a:t>2</a:t>
            </a:r>
            <a:endParaRPr lang="zh-TW" altLang="en-US" sz="1200" dirty="0"/>
          </a:p>
        </p:txBody>
      </p:sp>
      <p:sp>
        <p:nvSpPr>
          <p:cNvPr id="44" name="橢圓 43">
            <a:extLst>
              <a:ext uri="{FF2B5EF4-FFF2-40B4-BE49-F238E27FC236}">
                <a16:creationId xmlns:a16="http://schemas.microsoft.com/office/drawing/2014/main" id="{A78B8712-E5A3-40C5-BB5E-A4D510CAB61C}"/>
              </a:ext>
            </a:extLst>
          </p:cNvPr>
          <p:cNvSpPr/>
          <p:nvPr/>
        </p:nvSpPr>
        <p:spPr>
          <a:xfrm>
            <a:off x="756103" y="4217062"/>
            <a:ext cx="175101" cy="20955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altLang="zh-TW" sz="1200" dirty="0"/>
              <a:t>3</a:t>
            </a:r>
            <a:endParaRPr lang="zh-TW" altLang="en-US" sz="1200" dirty="0"/>
          </a:p>
        </p:txBody>
      </p:sp>
      <p:sp>
        <p:nvSpPr>
          <p:cNvPr id="45" name="文字方塊 44">
            <a:extLst>
              <a:ext uri="{FF2B5EF4-FFF2-40B4-BE49-F238E27FC236}">
                <a16:creationId xmlns:a16="http://schemas.microsoft.com/office/drawing/2014/main" id="{8811B428-34FA-4590-926B-14C2516BF233}"/>
              </a:ext>
            </a:extLst>
          </p:cNvPr>
          <p:cNvSpPr txBox="1"/>
          <p:nvPr/>
        </p:nvSpPr>
        <p:spPr>
          <a:xfrm>
            <a:off x="1012537" y="1688194"/>
            <a:ext cx="1521215" cy="1055740"/>
          </a:xfrm>
          <a:prstGeom prst="rect">
            <a:avLst/>
          </a:prstGeom>
        </p:spPr>
        <p:txBody>
          <a:bodyPr wrap="none" lIns="0" tIns="0" rIns="0" bIns="0" rtlCol="0">
            <a:noAutofit/>
          </a:bodyPr>
          <a:lstStyle/>
          <a:p>
            <a:r>
              <a:rPr lang="en-US" altLang="zh-TW" sz="1400" dirty="0"/>
              <a:t>Add library to: </a:t>
            </a:r>
          </a:p>
          <a:p>
            <a:r>
              <a:rPr lang="en-US" altLang="zh-TW" sz="1200" dirty="0"/>
              <a:t>- Scenario </a:t>
            </a:r>
            <a:r>
              <a:rPr lang="en-US" altLang="zh-TW" sz="1000" dirty="0"/>
              <a:t>(as shown in </a:t>
            </a:r>
          </a:p>
          <a:p>
            <a:r>
              <a:rPr lang="en-US" altLang="zh-TW" sz="1000" dirty="0"/>
              <a:t>     the picture on the right)</a:t>
            </a:r>
            <a:endParaRPr lang="en-US" altLang="zh-TW" sz="1200" dirty="0"/>
          </a:p>
          <a:p>
            <a:r>
              <a:rPr lang="en-US" altLang="zh-TW" sz="1200" dirty="0"/>
              <a:t>- DVFS </a:t>
            </a:r>
          </a:p>
          <a:p>
            <a:r>
              <a:rPr lang="en-US" altLang="zh-TW" sz="1200" dirty="0"/>
              <a:t>- Aurisys library entry</a:t>
            </a:r>
            <a:endParaRPr lang="zh-TW" altLang="en-US" sz="1200" dirty="0"/>
          </a:p>
        </p:txBody>
      </p:sp>
      <p:sp>
        <p:nvSpPr>
          <p:cNvPr id="46" name="文字方塊 45">
            <a:extLst>
              <a:ext uri="{FF2B5EF4-FFF2-40B4-BE49-F238E27FC236}">
                <a16:creationId xmlns:a16="http://schemas.microsoft.com/office/drawing/2014/main" id="{7A594802-285A-4716-8802-35A6CB0D7F60}"/>
              </a:ext>
            </a:extLst>
          </p:cNvPr>
          <p:cNvSpPr txBox="1"/>
          <p:nvPr/>
        </p:nvSpPr>
        <p:spPr>
          <a:xfrm>
            <a:off x="1012538" y="4217062"/>
            <a:ext cx="1234054" cy="622846"/>
          </a:xfrm>
          <a:prstGeom prst="rect">
            <a:avLst/>
          </a:prstGeom>
        </p:spPr>
        <p:txBody>
          <a:bodyPr wrap="none" lIns="0" tIns="0" rIns="0" bIns="0" rtlCol="0">
            <a:noAutofit/>
          </a:bodyPr>
          <a:lstStyle/>
          <a:p>
            <a:r>
              <a:rPr lang="en-US" altLang="zh-TW" sz="1400" dirty="0"/>
              <a:t>Confirm the query </a:t>
            </a:r>
          </a:p>
          <a:p>
            <a:r>
              <a:rPr lang="en-US" altLang="zh-TW" sz="1400" dirty="0"/>
              <a:t>result is as expected</a:t>
            </a:r>
            <a:endParaRPr lang="zh-TW" altLang="en-US" sz="1400" dirty="0"/>
          </a:p>
        </p:txBody>
      </p:sp>
      <p:graphicFrame>
        <p:nvGraphicFramePr>
          <p:cNvPr id="50" name="表格 50">
            <a:extLst>
              <a:ext uri="{FF2B5EF4-FFF2-40B4-BE49-F238E27FC236}">
                <a16:creationId xmlns:a16="http://schemas.microsoft.com/office/drawing/2014/main" id="{5D21A3F4-63BD-48F1-A204-293192A80F56}"/>
              </a:ext>
            </a:extLst>
          </p:cNvPr>
          <p:cNvGraphicFramePr>
            <a:graphicFrameLocks noGrp="1"/>
          </p:cNvGraphicFramePr>
          <p:nvPr>
            <p:extLst>
              <p:ext uri="{D42A27DB-BD31-4B8C-83A1-F6EECF244321}">
                <p14:modId xmlns:p14="http://schemas.microsoft.com/office/powerpoint/2010/main" val="896772846"/>
              </p:ext>
            </p:extLst>
          </p:nvPr>
        </p:nvGraphicFramePr>
        <p:xfrm>
          <a:off x="8032486" y="1604548"/>
          <a:ext cx="758711" cy="685800"/>
        </p:xfrm>
        <a:graphic>
          <a:graphicData uri="http://schemas.openxmlformats.org/drawingml/2006/table">
            <a:tbl>
              <a:tblPr firstRow="1" bandRow="1">
                <a:tableStyleId>{2D5ABB26-0587-4C30-8999-92F81FD0307C}</a:tableStyleId>
              </a:tblPr>
              <a:tblGrid>
                <a:gridCol w="758711">
                  <a:extLst>
                    <a:ext uri="{9D8B030D-6E8A-4147-A177-3AD203B41FA5}">
                      <a16:colId xmlns:a16="http://schemas.microsoft.com/office/drawing/2014/main" val="3034129534"/>
                    </a:ext>
                  </a:extLst>
                </a:gridCol>
              </a:tblGrid>
              <a:tr h="0">
                <a:tc>
                  <a:txBody>
                    <a:bodyPr/>
                    <a:lstStyle/>
                    <a:p>
                      <a:pPr algn="ctr"/>
                      <a:r>
                        <a:rPr lang="en-US" altLang="zh-TW" sz="900" b="1" dirty="0">
                          <a:solidFill>
                            <a:schemeClr val="bg1"/>
                          </a:solidFill>
                        </a:rPr>
                        <a:t>Scenario</a:t>
                      </a:r>
                      <a:endParaRPr lang="zh-TW" altLang="en-US" sz="900"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accent4"/>
                    </a:solidFill>
                  </a:tcPr>
                </a:tc>
                <a:extLst>
                  <a:ext uri="{0D108BD9-81ED-4DB2-BD59-A6C34878D82A}">
                    <a16:rowId xmlns:a16="http://schemas.microsoft.com/office/drawing/2014/main" val="421806736"/>
                  </a:ext>
                </a:extLst>
              </a:tr>
              <a:tr h="206943">
                <a:tc>
                  <a:txBody>
                    <a:bodyPr/>
                    <a:lstStyle/>
                    <a:p>
                      <a:pPr algn="ctr"/>
                      <a:r>
                        <a:rPr lang="en-US" altLang="zh-TW" sz="900" b="1" dirty="0">
                          <a:solidFill>
                            <a:schemeClr val="bg1"/>
                          </a:solidFill>
                        </a:rPr>
                        <a:t>Lib name</a:t>
                      </a:r>
                      <a:endParaRPr lang="zh-TW" altLang="en-US" sz="900"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accent3"/>
                    </a:solidFill>
                  </a:tcPr>
                </a:tc>
                <a:extLst>
                  <a:ext uri="{0D108BD9-81ED-4DB2-BD59-A6C34878D82A}">
                    <a16:rowId xmlns:a16="http://schemas.microsoft.com/office/drawing/2014/main" val="1505514615"/>
                  </a:ext>
                </a:extLst>
              </a:tr>
              <a:tr h="206943">
                <a:tc>
                  <a:txBody>
                    <a:bodyPr/>
                    <a:lstStyle/>
                    <a:p>
                      <a:pPr algn="ctr"/>
                      <a:r>
                        <a:rPr lang="en-US" altLang="zh-TW" sz="900" b="1" dirty="0">
                          <a:solidFill>
                            <a:schemeClr val="bg1"/>
                          </a:solidFill>
                        </a:rPr>
                        <a:t>Lib version</a:t>
                      </a:r>
                      <a:endParaRPr lang="zh-TW" altLang="en-US" sz="900"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accent2"/>
                    </a:solidFill>
                  </a:tcPr>
                </a:tc>
                <a:extLst>
                  <a:ext uri="{0D108BD9-81ED-4DB2-BD59-A6C34878D82A}">
                    <a16:rowId xmlns:a16="http://schemas.microsoft.com/office/drawing/2014/main" val="2061744504"/>
                  </a:ext>
                </a:extLst>
              </a:tr>
            </a:tbl>
          </a:graphicData>
        </a:graphic>
      </p:graphicFrame>
    </p:spTree>
    <p:extLst>
      <p:ext uri="{BB962C8B-B14F-4D97-AF65-F5344CB8AC3E}">
        <p14:creationId xmlns:p14="http://schemas.microsoft.com/office/powerpoint/2010/main" val="18308103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編號版面配置區 1">
            <a:extLst>
              <a:ext uri="{FF2B5EF4-FFF2-40B4-BE49-F238E27FC236}">
                <a16:creationId xmlns:a16="http://schemas.microsoft.com/office/drawing/2014/main" id="{C0CEA76F-7FC1-4C64-A77B-1598C7B5A51C}"/>
              </a:ext>
            </a:extLst>
          </p:cNvPr>
          <p:cNvSpPr>
            <a:spLocks noGrp="1"/>
          </p:cNvSpPr>
          <p:nvPr>
            <p:ph type="sldNum" sz="quarter" idx="4"/>
          </p:nvPr>
        </p:nvSpPr>
        <p:spPr/>
        <p:txBody>
          <a:bodyPr/>
          <a:lstStyle/>
          <a:p>
            <a:fld id="{0AEF9A4B-07C9-404C-9053-A3A2AC3AD5D6}" type="slidenum">
              <a:rPr lang="en-GB" smtClean="0"/>
              <a:pPr/>
              <a:t>8</a:t>
            </a:fld>
            <a:endParaRPr lang="en-GB" dirty="0"/>
          </a:p>
        </p:txBody>
      </p:sp>
      <p:sp>
        <p:nvSpPr>
          <p:cNvPr id="3" name="內容版面配置區 2">
            <a:extLst>
              <a:ext uri="{FF2B5EF4-FFF2-40B4-BE49-F238E27FC236}">
                <a16:creationId xmlns:a16="http://schemas.microsoft.com/office/drawing/2014/main" id="{FD82B5D7-7A97-4305-8B8D-98ECDBD27B04}"/>
              </a:ext>
            </a:extLst>
          </p:cNvPr>
          <p:cNvSpPr>
            <a:spLocks noGrp="1"/>
          </p:cNvSpPr>
          <p:nvPr>
            <p:ph sz="quarter" idx="10"/>
          </p:nvPr>
        </p:nvSpPr>
        <p:spPr/>
        <p:txBody>
          <a:bodyPr/>
          <a:lstStyle/>
          <a:p>
            <a:r>
              <a:rPr lang="en-US" altLang="zh-TW" dirty="0"/>
              <a:t>There are some functions (APIs) must be implemented </a:t>
            </a:r>
          </a:p>
          <a:p>
            <a:pPr lvl="1"/>
            <a:r>
              <a:rPr lang="en-US" altLang="zh-TW" dirty="0"/>
              <a:t>Please check </a:t>
            </a:r>
            <a:r>
              <a:rPr lang="en-US" altLang="zh-TW" u="sng" dirty="0"/>
              <a:t>ARSI-PROC APIs</a:t>
            </a:r>
            <a:r>
              <a:rPr lang="en-US" altLang="zh-TW" dirty="0"/>
              <a:t> &amp; </a:t>
            </a:r>
            <a:r>
              <a:rPr lang="en-US" altLang="zh-TW" u="sng" dirty="0"/>
              <a:t>ARSI-PAR APIs</a:t>
            </a:r>
            <a:r>
              <a:rPr lang="en-US" altLang="zh-TW" dirty="0"/>
              <a:t> (the </a:t>
            </a:r>
            <a:r>
              <a:rPr lang="en-US" altLang="zh-TW" dirty="0">
                <a:solidFill>
                  <a:srgbClr val="FF0000"/>
                </a:solidFill>
              </a:rPr>
              <a:t>red</a:t>
            </a:r>
            <a:r>
              <a:rPr lang="en-US" altLang="zh-TW" dirty="0"/>
              <a:t> ones in Appendix)</a:t>
            </a:r>
          </a:p>
          <a:p>
            <a:pPr lvl="2"/>
            <a:r>
              <a:rPr lang="en-US" altLang="zh-TW" dirty="0"/>
              <a:t>ARSI-PROC APIs: </a:t>
            </a:r>
            <a:r>
              <a:rPr lang="en-US" altLang="zh-TW" dirty="0" err="1"/>
              <a:t>demolib</a:t>
            </a:r>
            <a:r>
              <a:rPr lang="en-US" altLang="zh-TW" dirty="0"/>
              <a:t> examples are in </a:t>
            </a:r>
            <a:r>
              <a:rPr lang="en-US" altLang="zh-TW" dirty="0">
                <a:solidFill>
                  <a:schemeClr val="accent6"/>
                </a:solidFill>
                <a:latin typeface="Cambria" panose="02040503050406030204" pitchFamily="18" charset="0"/>
                <a:ea typeface="Cambria" panose="02040503050406030204" pitchFamily="18" charset="0"/>
              </a:rPr>
              <a:t>democpp_wrapper.cpp</a:t>
            </a:r>
          </a:p>
        </p:txBody>
      </p:sp>
      <p:sp>
        <p:nvSpPr>
          <p:cNvPr id="4" name="標題 3">
            <a:extLst>
              <a:ext uri="{FF2B5EF4-FFF2-40B4-BE49-F238E27FC236}">
                <a16:creationId xmlns:a16="http://schemas.microsoft.com/office/drawing/2014/main" id="{91DEF769-5A34-4CEB-BC43-CB947F5ED8CE}"/>
              </a:ext>
            </a:extLst>
          </p:cNvPr>
          <p:cNvSpPr>
            <a:spLocks noGrp="1"/>
          </p:cNvSpPr>
          <p:nvPr>
            <p:ph type="title"/>
          </p:nvPr>
        </p:nvSpPr>
        <p:spPr/>
        <p:txBody>
          <a:bodyPr>
            <a:normAutofit/>
          </a:bodyPr>
          <a:lstStyle/>
          <a:p>
            <a:pPr rtl="0"/>
            <a:r>
              <a:rPr lang="en-US" altLang="zh-TW" dirty="0"/>
              <a:t>Limitation and notes</a:t>
            </a:r>
            <a:endParaRPr lang="zh-TW" altLang="en-US" dirty="0"/>
          </a:p>
        </p:txBody>
      </p:sp>
    </p:spTree>
    <p:extLst>
      <p:ext uri="{BB962C8B-B14F-4D97-AF65-F5344CB8AC3E}">
        <p14:creationId xmlns:p14="http://schemas.microsoft.com/office/powerpoint/2010/main" val="10900892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投影片編號版面配置區 2"/>
          <p:cNvSpPr>
            <a:spLocks noGrp="1"/>
          </p:cNvSpPr>
          <p:nvPr>
            <p:ph type="sldNum" sz="quarter" idx="4"/>
          </p:nvPr>
        </p:nvSpPr>
        <p:spPr/>
        <p:txBody>
          <a:bodyPr/>
          <a:lstStyle/>
          <a:p>
            <a:fld id="{5157DEA8-FBF5-4ADB-B880-CDCFE3CE5324}" type="slidenum">
              <a:rPr lang="en-US" smtClean="0"/>
              <a:pPr/>
              <a:t>9</a:t>
            </a:fld>
            <a:endParaRPr lang="en-US" dirty="0"/>
          </a:p>
        </p:txBody>
      </p:sp>
      <p:graphicFrame>
        <p:nvGraphicFramePr>
          <p:cNvPr id="4" name="內容版面配置區 3"/>
          <p:cNvGraphicFramePr>
            <a:graphicFrameLocks noGrp="1"/>
          </p:cNvGraphicFramePr>
          <p:nvPr>
            <p:ph sz="quarter" idx="10"/>
            <p:extLst>
              <p:ext uri="{D42A27DB-BD31-4B8C-83A1-F6EECF244321}">
                <p14:modId xmlns:p14="http://schemas.microsoft.com/office/powerpoint/2010/main" val="2090439899"/>
              </p:ext>
            </p:extLst>
          </p:nvPr>
        </p:nvGraphicFramePr>
        <p:xfrm>
          <a:off x="323850" y="657077"/>
          <a:ext cx="8218487" cy="4494567"/>
        </p:xfrm>
        <a:graphic>
          <a:graphicData uri="http://schemas.openxmlformats.org/drawingml/2006/table">
            <a:tbl>
              <a:tblPr firstRow="1" bandRow="1" bandCol="1">
                <a:tableStyleId>{F2DE63D5-997A-4646-A377-4702673A728D}</a:tableStyleId>
              </a:tblPr>
              <a:tblGrid>
                <a:gridCol w="2813536">
                  <a:extLst>
                    <a:ext uri="{9D8B030D-6E8A-4147-A177-3AD203B41FA5}">
                      <a16:colId xmlns:a16="http://schemas.microsoft.com/office/drawing/2014/main" val="20000"/>
                    </a:ext>
                  </a:extLst>
                </a:gridCol>
                <a:gridCol w="5404951">
                  <a:extLst>
                    <a:ext uri="{9D8B030D-6E8A-4147-A177-3AD203B41FA5}">
                      <a16:colId xmlns:a16="http://schemas.microsoft.com/office/drawing/2014/main" val="20001"/>
                    </a:ext>
                  </a:extLst>
                </a:gridCol>
              </a:tblGrid>
              <a:tr h="214027">
                <a:tc>
                  <a:txBody>
                    <a:bodyPr/>
                    <a:lstStyle/>
                    <a:p>
                      <a:pPr marL="0" marR="0" algn="just">
                        <a:lnSpc>
                          <a:spcPct val="125000"/>
                        </a:lnSpc>
                        <a:spcBef>
                          <a:spcPts val="0"/>
                        </a:spcBef>
                        <a:spcAft>
                          <a:spcPts val="0"/>
                        </a:spcAft>
                      </a:pPr>
                      <a:r>
                        <a:rPr lang="en-US" sz="900" kern="0" dirty="0"/>
                        <a:t>Functions</a:t>
                      </a:r>
                      <a:endParaRPr lang="en-US" sz="900" kern="100" dirty="0">
                        <a:latin typeface="Calibri"/>
                        <a:ea typeface="Arial"/>
                        <a:cs typeface="Times New Roman"/>
                      </a:endParaRPr>
                    </a:p>
                  </a:txBody>
                  <a:tcPr marL="54769" marR="54769" marT="27623" marB="27623"/>
                </a:tc>
                <a:tc>
                  <a:txBody>
                    <a:bodyPr/>
                    <a:lstStyle/>
                    <a:p>
                      <a:pPr marL="0" marR="0" algn="just">
                        <a:lnSpc>
                          <a:spcPct val="125000"/>
                        </a:lnSpc>
                        <a:spcBef>
                          <a:spcPts val="0"/>
                        </a:spcBef>
                        <a:spcAft>
                          <a:spcPts val="0"/>
                        </a:spcAft>
                      </a:pPr>
                      <a:r>
                        <a:rPr lang="en-US" sz="900" kern="0"/>
                        <a:t>Description </a:t>
                      </a:r>
                      <a:endParaRPr lang="en-US" sz="900" kern="100">
                        <a:latin typeface="Calibri"/>
                        <a:ea typeface="Arial"/>
                        <a:cs typeface="Times New Roman"/>
                      </a:endParaRPr>
                    </a:p>
                  </a:txBody>
                  <a:tcPr marL="54769" marR="54769" marT="27623" marB="27623"/>
                </a:tc>
                <a:extLst>
                  <a:ext uri="{0D108BD9-81ED-4DB2-BD59-A6C34878D82A}">
                    <a16:rowId xmlns:a16="http://schemas.microsoft.com/office/drawing/2014/main" val="10000"/>
                  </a:ext>
                </a:extLst>
              </a:tr>
              <a:tr h="214027">
                <a:tc>
                  <a:txBody>
                    <a:bodyPr/>
                    <a:lstStyle/>
                    <a:p>
                      <a:pPr marL="0" marR="0" algn="just">
                        <a:lnSpc>
                          <a:spcPct val="125000"/>
                        </a:lnSpc>
                        <a:spcBef>
                          <a:spcPts val="0"/>
                        </a:spcBef>
                        <a:spcAft>
                          <a:spcPts val="0"/>
                        </a:spcAft>
                      </a:pPr>
                      <a:r>
                        <a:rPr lang="en-US" sz="900" b="1" kern="100" dirty="0" err="1">
                          <a:solidFill>
                            <a:srgbClr val="FF0000"/>
                          </a:solidFill>
                        </a:rPr>
                        <a:t>arsi_query_working_buf_size</a:t>
                      </a:r>
                      <a:endParaRPr lang="en-US" sz="900" b="1" kern="100" dirty="0">
                        <a:solidFill>
                          <a:srgbClr val="FF0000"/>
                        </a:solidFill>
                        <a:latin typeface="Calibri"/>
                        <a:ea typeface="Arial"/>
                        <a:cs typeface="Times New Roman"/>
                      </a:endParaRPr>
                    </a:p>
                  </a:txBody>
                  <a:tcPr marL="54769" marR="54769" marT="27623" marB="27623" anchor="ctr"/>
                </a:tc>
                <a:tc>
                  <a:txBody>
                    <a:bodyPr/>
                    <a:lstStyle/>
                    <a:p>
                      <a:pPr marL="0" marR="0" algn="just">
                        <a:lnSpc>
                          <a:spcPct val="125000"/>
                        </a:lnSpc>
                        <a:spcBef>
                          <a:spcPts val="0"/>
                        </a:spcBef>
                        <a:spcAft>
                          <a:spcPts val="0"/>
                        </a:spcAft>
                      </a:pPr>
                      <a:r>
                        <a:rPr lang="en-US" sz="900" kern="0" dirty="0"/>
                        <a:t>Query the size of the working buffer</a:t>
                      </a:r>
                      <a:endParaRPr lang="en-US" sz="900" kern="100" dirty="0">
                        <a:latin typeface="Calibri"/>
                        <a:ea typeface="Arial"/>
                        <a:cs typeface="Times New Roman"/>
                      </a:endParaRPr>
                    </a:p>
                  </a:txBody>
                  <a:tcPr marL="54769" marR="54769" marT="27623" marB="27623" anchor="ctr"/>
                </a:tc>
                <a:extLst>
                  <a:ext uri="{0D108BD9-81ED-4DB2-BD59-A6C34878D82A}">
                    <a16:rowId xmlns:a16="http://schemas.microsoft.com/office/drawing/2014/main" val="10001"/>
                  </a:ext>
                </a:extLst>
              </a:tr>
              <a:tr h="214027">
                <a:tc>
                  <a:txBody>
                    <a:bodyPr/>
                    <a:lstStyle/>
                    <a:p>
                      <a:pPr marL="0" marR="0" algn="just">
                        <a:lnSpc>
                          <a:spcPct val="125000"/>
                        </a:lnSpc>
                        <a:spcBef>
                          <a:spcPts val="0"/>
                        </a:spcBef>
                        <a:spcAft>
                          <a:spcPts val="0"/>
                        </a:spcAft>
                      </a:pPr>
                      <a:r>
                        <a:rPr lang="en-US" sz="900" b="1" kern="100" dirty="0" err="1">
                          <a:solidFill>
                            <a:srgbClr val="FF0000"/>
                          </a:solidFill>
                        </a:rPr>
                        <a:t>arsi_query_process_unit_bytes</a:t>
                      </a:r>
                      <a:endParaRPr lang="en-US" sz="900" b="1" kern="100" dirty="0">
                        <a:solidFill>
                          <a:srgbClr val="FF0000"/>
                        </a:solidFill>
                        <a:latin typeface="Calibri"/>
                        <a:ea typeface="Arial"/>
                        <a:cs typeface="Times New Roman"/>
                      </a:endParaRPr>
                    </a:p>
                  </a:txBody>
                  <a:tcPr marL="54769" marR="54769" marT="27623" marB="27623" anchor="ctr"/>
                </a:tc>
                <a:tc>
                  <a:txBody>
                    <a:bodyPr/>
                    <a:lstStyle/>
                    <a:p>
                      <a:pPr marL="0" marR="0" algn="just">
                        <a:lnSpc>
                          <a:spcPct val="125000"/>
                        </a:lnSpc>
                        <a:spcBef>
                          <a:spcPts val="0"/>
                        </a:spcBef>
                        <a:spcAft>
                          <a:spcPts val="0"/>
                        </a:spcAft>
                      </a:pPr>
                      <a:r>
                        <a:rPr lang="en-US" sz="900" kern="100" dirty="0"/>
                        <a:t>Query the basic data consumption for uplink/downlink processing</a:t>
                      </a:r>
                      <a:endParaRPr lang="en-US" sz="900" kern="100" dirty="0">
                        <a:latin typeface="Calibri"/>
                        <a:ea typeface="Arial"/>
                        <a:cs typeface="Times New Roman"/>
                      </a:endParaRPr>
                    </a:p>
                  </a:txBody>
                  <a:tcPr marL="54769" marR="54769" marT="27623" marB="27623" anchor="ctr"/>
                </a:tc>
                <a:extLst>
                  <a:ext uri="{0D108BD9-81ED-4DB2-BD59-A6C34878D82A}">
                    <a16:rowId xmlns:a16="http://schemas.microsoft.com/office/drawing/2014/main" val="10002"/>
                  </a:ext>
                </a:extLst>
              </a:tr>
              <a:tr h="214027">
                <a:tc>
                  <a:txBody>
                    <a:bodyPr/>
                    <a:lstStyle/>
                    <a:p>
                      <a:pPr marL="0" marR="0" algn="just">
                        <a:lnSpc>
                          <a:spcPct val="125000"/>
                        </a:lnSpc>
                        <a:spcBef>
                          <a:spcPts val="0"/>
                        </a:spcBef>
                        <a:spcAft>
                          <a:spcPts val="0"/>
                        </a:spcAft>
                      </a:pPr>
                      <a:r>
                        <a:rPr lang="en-US" sz="900" b="1" kern="100" dirty="0" err="1">
                          <a:solidFill>
                            <a:srgbClr val="FF0000"/>
                          </a:solidFill>
                        </a:rPr>
                        <a:t>arsi_create_handler</a:t>
                      </a:r>
                      <a:endParaRPr lang="en-US" sz="900" b="1" kern="100" dirty="0">
                        <a:solidFill>
                          <a:srgbClr val="FF0000"/>
                        </a:solidFill>
                        <a:latin typeface="Calibri"/>
                        <a:ea typeface="Arial"/>
                        <a:cs typeface="Times New Roman"/>
                      </a:endParaRPr>
                    </a:p>
                  </a:txBody>
                  <a:tcPr marL="54769" marR="54769" marT="27623" marB="27623" anchor="ctr"/>
                </a:tc>
                <a:tc>
                  <a:txBody>
                    <a:bodyPr/>
                    <a:lstStyle/>
                    <a:p>
                      <a:pPr marL="0" marR="0" algn="just">
                        <a:lnSpc>
                          <a:spcPct val="125000"/>
                        </a:lnSpc>
                        <a:spcBef>
                          <a:spcPts val="0"/>
                        </a:spcBef>
                        <a:spcAft>
                          <a:spcPts val="0"/>
                        </a:spcAft>
                      </a:pPr>
                      <a:r>
                        <a:rPr lang="en-US" sz="900" kern="0" dirty="0"/>
                        <a:t>Create handler and initialize it</a:t>
                      </a:r>
                      <a:endParaRPr lang="en-US" sz="900" kern="100" dirty="0">
                        <a:latin typeface="Calibri"/>
                        <a:ea typeface="Arial"/>
                        <a:cs typeface="Times New Roman"/>
                      </a:endParaRPr>
                    </a:p>
                  </a:txBody>
                  <a:tcPr marL="54769" marR="54769" marT="27623" marB="27623" anchor="ctr"/>
                </a:tc>
                <a:extLst>
                  <a:ext uri="{0D108BD9-81ED-4DB2-BD59-A6C34878D82A}">
                    <a16:rowId xmlns:a16="http://schemas.microsoft.com/office/drawing/2014/main" val="10003"/>
                  </a:ext>
                </a:extLst>
              </a:tr>
              <a:tr h="214027">
                <a:tc>
                  <a:txBody>
                    <a:bodyPr/>
                    <a:lstStyle/>
                    <a:p>
                      <a:pPr marL="0" marR="0" algn="just">
                        <a:lnSpc>
                          <a:spcPct val="125000"/>
                        </a:lnSpc>
                        <a:spcBef>
                          <a:spcPts val="0"/>
                        </a:spcBef>
                        <a:spcAft>
                          <a:spcPts val="0"/>
                        </a:spcAft>
                      </a:pPr>
                      <a:r>
                        <a:rPr lang="en-US" sz="900" b="1" kern="100" dirty="0" err="1">
                          <a:solidFill>
                            <a:srgbClr val="FF0000"/>
                          </a:solidFill>
                        </a:rPr>
                        <a:t>arsi_process_ul_buf</a:t>
                      </a:r>
                      <a:endParaRPr lang="en-US" sz="900" b="1" kern="100" dirty="0">
                        <a:solidFill>
                          <a:srgbClr val="FF0000"/>
                        </a:solidFill>
                        <a:latin typeface="Calibri"/>
                        <a:ea typeface="Arial"/>
                        <a:cs typeface="Times New Roman"/>
                      </a:endParaRPr>
                    </a:p>
                  </a:txBody>
                  <a:tcPr marL="54769" marR="54769" marT="27623" marB="27623" anchor="ctr"/>
                </a:tc>
                <a:tc>
                  <a:txBody>
                    <a:bodyPr/>
                    <a:lstStyle/>
                    <a:p>
                      <a:pPr marL="0" marR="0" algn="just">
                        <a:lnSpc>
                          <a:spcPct val="125000"/>
                        </a:lnSpc>
                        <a:spcBef>
                          <a:spcPts val="0"/>
                        </a:spcBef>
                        <a:spcAft>
                          <a:spcPts val="0"/>
                        </a:spcAft>
                      </a:pPr>
                      <a:r>
                        <a:rPr lang="en-US" sz="900" kern="0" dirty="0"/>
                        <a:t>Processing microphone/uplink data</a:t>
                      </a:r>
                      <a:endParaRPr lang="en-US" sz="900" kern="100" dirty="0">
                        <a:latin typeface="Calibri"/>
                        <a:ea typeface="Arial"/>
                        <a:cs typeface="Times New Roman"/>
                      </a:endParaRPr>
                    </a:p>
                  </a:txBody>
                  <a:tcPr marL="54769" marR="54769" marT="27623" marB="27623" anchor="ctr"/>
                </a:tc>
                <a:extLst>
                  <a:ext uri="{0D108BD9-81ED-4DB2-BD59-A6C34878D82A}">
                    <a16:rowId xmlns:a16="http://schemas.microsoft.com/office/drawing/2014/main" val="10004"/>
                  </a:ext>
                </a:extLst>
              </a:tr>
              <a:tr h="214027">
                <a:tc>
                  <a:txBody>
                    <a:bodyPr/>
                    <a:lstStyle/>
                    <a:p>
                      <a:pPr marL="0" marR="0" algn="just">
                        <a:lnSpc>
                          <a:spcPct val="125000"/>
                        </a:lnSpc>
                        <a:spcBef>
                          <a:spcPts val="0"/>
                        </a:spcBef>
                        <a:spcAft>
                          <a:spcPts val="0"/>
                        </a:spcAft>
                      </a:pPr>
                      <a:r>
                        <a:rPr lang="en-US" sz="900" b="1" kern="100" dirty="0" err="1">
                          <a:solidFill>
                            <a:srgbClr val="FF0000"/>
                          </a:solidFill>
                        </a:rPr>
                        <a:t>arsi_process_dl_buf</a:t>
                      </a:r>
                      <a:endParaRPr lang="en-US" sz="900" b="1" kern="100" dirty="0">
                        <a:solidFill>
                          <a:srgbClr val="FF0000"/>
                        </a:solidFill>
                        <a:latin typeface="Calibri"/>
                        <a:ea typeface="Arial"/>
                        <a:cs typeface="Times New Roman"/>
                      </a:endParaRPr>
                    </a:p>
                  </a:txBody>
                  <a:tcPr marL="54769" marR="54769" marT="27623" marB="27623" anchor="ctr"/>
                </a:tc>
                <a:tc>
                  <a:txBody>
                    <a:bodyPr/>
                    <a:lstStyle/>
                    <a:p>
                      <a:pPr marL="0" marR="0" algn="just">
                        <a:lnSpc>
                          <a:spcPct val="125000"/>
                        </a:lnSpc>
                        <a:spcBef>
                          <a:spcPts val="0"/>
                        </a:spcBef>
                        <a:spcAft>
                          <a:spcPts val="0"/>
                        </a:spcAft>
                      </a:pPr>
                      <a:r>
                        <a:rPr lang="en-US" sz="900" kern="0" dirty="0"/>
                        <a:t>Processing playback/downlink data</a:t>
                      </a:r>
                      <a:endParaRPr lang="en-US" sz="900" kern="100" dirty="0">
                        <a:latin typeface="Calibri"/>
                        <a:ea typeface="Arial"/>
                        <a:cs typeface="Times New Roman"/>
                      </a:endParaRPr>
                    </a:p>
                  </a:txBody>
                  <a:tcPr marL="54769" marR="54769" marT="27623" marB="27623" anchor="ctr"/>
                </a:tc>
                <a:extLst>
                  <a:ext uri="{0D108BD9-81ED-4DB2-BD59-A6C34878D82A}">
                    <a16:rowId xmlns:a16="http://schemas.microsoft.com/office/drawing/2014/main" val="10005"/>
                  </a:ext>
                </a:extLst>
              </a:tr>
              <a:tr h="214027">
                <a:tc>
                  <a:txBody>
                    <a:bodyPr/>
                    <a:lstStyle/>
                    <a:p>
                      <a:pPr marL="0" marR="0" algn="just">
                        <a:lnSpc>
                          <a:spcPct val="125000"/>
                        </a:lnSpc>
                        <a:spcBef>
                          <a:spcPts val="0"/>
                        </a:spcBef>
                        <a:spcAft>
                          <a:spcPts val="0"/>
                        </a:spcAft>
                      </a:pPr>
                      <a:r>
                        <a:rPr lang="en-US" sz="900" kern="100" dirty="0" err="1"/>
                        <a:t>arsi_destroy_handler</a:t>
                      </a:r>
                      <a:endParaRPr lang="en-US" sz="900" kern="100" dirty="0">
                        <a:latin typeface="Calibri"/>
                        <a:ea typeface="Arial"/>
                        <a:cs typeface="Times New Roman"/>
                      </a:endParaRPr>
                    </a:p>
                  </a:txBody>
                  <a:tcPr marL="54769" marR="54769" marT="27623" marB="27623" anchor="ctr"/>
                </a:tc>
                <a:tc>
                  <a:txBody>
                    <a:bodyPr/>
                    <a:lstStyle/>
                    <a:p>
                      <a:pPr marL="0" marR="0" algn="just">
                        <a:lnSpc>
                          <a:spcPct val="125000"/>
                        </a:lnSpc>
                        <a:spcBef>
                          <a:spcPts val="0"/>
                        </a:spcBef>
                        <a:spcAft>
                          <a:spcPts val="0"/>
                        </a:spcAft>
                      </a:pPr>
                      <a:r>
                        <a:rPr lang="en-US" sz="900" kern="0" dirty="0"/>
                        <a:t>De</a:t>
                      </a:r>
                      <a:r>
                        <a:rPr lang="en-US" altLang="zh-TW" sz="900" kern="0" dirty="0"/>
                        <a:t>-</a:t>
                      </a:r>
                      <a:r>
                        <a:rPr lang="en-US" sz="900" kern="0" dirty="0"/>
                        <a:t>initialize handler and destroy it (no need to free the working buffer)</a:t>
                      </a:r>
                      <a:endParaRPr lang="en-US" sz="900" kern="100" dirty="0">
                        <a:latin typeface="Calibri"/>
                        <a:ea typeface="Arial"/>
                        <a:cs typeface="Times New Roman"/>
                      </a:endParaRPr>
                    </a:p>
                  </a:txBody>
                  <a:tcPr marL="54769" marR="54769" marT="27623" marB="27623" anchor="ctr"/>
                </a:tc>
                <a:extLst>
                  <a:ext uri="{0D108BD9-81ED-4DB2-BD59-A6C34878D82A}">
                    <a16:rowId xmlns:a16="http://schemas.microsoft.com/office/drawing/2014/main" val="10006"/>
                  </a:ext>
                </a:extLst>
              </a:tr>
              <a:tr h="214027">
                <a:tc>
                  <a:txBody>
                    <a:bodyPr/>
                    <a:lstStyle/>
                    <a:p>
                      <a:pPr marL="0" marR="0" algn="just">
                        <a:lnSpc>
                          <a:spcPct val="125000"/>
                        </a:lnSpc>
                        <a:spcBef>
                          <a:spcPts val="0"/>
                        </a:spcBef>
                        <a:spcAft>
                          <a:spcPts val="0"/>
                        </a:spcAft>
                      </a:pPr>
                      <a:r>
                        <a:rPr lang="en-US" sz="900" kern="100"/>
                        <a:t>arsi_update_device</a:t>
                      </a:r>
                      <a:endParaRPr lang="en-US" sz="900" kern="100">
                        <a:latin typeface="Calibri"/>
                        <a:ea typeface="Arial"/>
                        <a:cs typeface="Times New Roman"/>
                      </a:endParaRPr>
                    </a:p>
                  </a:txBody>
                  <a:tcPr marL="54769" marR="54769" marT="27623" marB="27623" anchor="ctr"/>
                </a:tc>
                <a:tc>
                  <a:txBody>
                    <a:bodyPr/>
                    <a:lstStyle/>
                    <a:p>
                      <a:pPr marL="0" marR="0" algn="just">
                        <a:lnSpc>
                          <a:spcPct val="125000"/>
                        </a:lnSpc>
                        <a:spcBef>
                          <a:spcPts val="0"/>
                        </a:spcBef>
                        <a:spcAft>
                          <a:spcPts val="0"/>
                        </a:spcAft>
                      </a:pPr>
                      <a:r>
                        <a:rPr lang="en-US" sz="900" kern="0" dirty="0"/>
                        <a:t>Update task device info</a:t>
                      </a:r>
                      <a:endParaRPr lang="en-US" sz="900" kern="100" dirty="0">
                        <a:latin typeface="Calibri"/>
                        <a:ea typeface="Arial"/>
                        <a:cs typeface="Times New Roman"/>
                      </a:endParaRPr>
                    </a:p>
                  </a:txBody>
                  <a:tcPr marL="54769" marR="54769" marT="27623" marB="27623" anchor="ctr"/>
                </a:tc>
                <a:extLst>
                  <a:ext uri="{0D108BD9-81ED-4DB2-BD59-A6C34878D82A}">
                    <a16:rowId xmlns:a16="http://schemas.microsoft.com/office/drawing/2014/main" val="10007"/>
                  </a:ext>
                </a:extLst>
              </a:tr>
              <a:tr h="214027">
                <a:tc>
                  <a:txBody>
                    <a:bodyPr/>
                    <a:lstStyle/>
                    <a:p>
                      <a:pPr marL="0" marR="0" algn="just">
                        <a:lnSpc>
                          <a:spcPct val="125000"/>
                        </a:lnSpc>
                        <a:spcBef>
                          <a:spcPts val="0"/>
                        </a:spcBef>
                        <a:spcAft>
                          <a:spcPts val="0"/>
                        </a:spcAft>
                      </a:pPr>
                      <a:r>
                        <a:rPr lang="en-US" sz="900" kern="100" dirty="0" err="1"/>
                        <a:t>arsi_update_param</a:t>
                      </a:r>
                      <a:endParaRPr lang="en-US" sz="900" kern="100" dirty="0">
                        <a:latin typeface="Calibri"/>
                        <a:ea typeface="Arial"/>
                        <a:cs typeface="Times New Roman"/>
                      </a:endParaRPr>
                    </a:p>
                  </a:txBody>
                  <a:tcPr marL="54769" marR="54769" marT="27623" marB="27623" anchor="ctr"/>
                </a:tc>
                <a:tc>
                  <a:txBody>
                    <a:bodyPr/>
                    <a:lstStyle/>
                    <a:p>
                      <a:pPr marL="0" marR="0" algn="just">
                        <a:lnSpc>
                          <a:spcPct val="125000"/>
                        </a:lnSpc>
                        <a:spcBef>
                          <a:spcPts val="0"/>
                        </a:spcBef>
                        <a:spcAft>
                          <a:spcPts val="0"/>
                        </a:spcAft>
                      </a:pPr>
                      <a:r>
                        <a:rPr lang="en-US" sz="900" kern="0" dirty="0"/>
                        <a:t>Update enhancement parameters</a:t>
                      </a:r>
                      <a:endParaRPr lang="en-US" sz="900" kern="100" dirty="0">
                        <a:latin typeface="Calibri"/>
                        <a:ea typeface="Arial"/>
                        <a:cs typeface="Times New Roman"/>
                      </a:endParaRPr>
                    </a:p>
                  </a:txBody>
                  <a:tcPr marL="54769" marR="54769" marT="27623" marB="27623" anchor="ctr"/>
                </a:tc>
                <a:extLst>
                  <a:ext uri="{0D108BD9-81ED-4DB2-BD59-A6C34878D82A}">
                    <a16:rowId xmlns:a16="http://schemas.microsoft.com/office/drawing/2014/main" val="10008"/>
                  </a:ext>
                </a:extLst>
              </a:tr>
              <a:tr h="214027">
                <a:tc>
                  <a:txBody>
                    <a:bodyPr/>
                    <a:lstStyle/>
                    <a:p>
                      <a:pPr marL="0" marR="0" algn="just">
                        <a:lnSpc>
                          <a:spcPct val="125000"/>
                        </a:lnSpc>
                        <a:spcBef>
                          <a:spcPts val="0"/>
                        </a:spcBef>
                        <a:spcAft>
                          <a:spcPts val="0"/>
                        </a:spcAft>
                      </a:pPr>
                      <a:r>
                        <a:rPr lang="en-US" sz="900" kern="100" dirty="0" err="1"/>
                        <a:t>arsi_set_ul_digital_gain</a:t>
                      </a:r>
                      <a:endParaRPr lang="en-US" sz="900" kern="100" dirty="0">
                        <a:latin typeface="Calibri"/>
                        <a:ea typeface="Arial"/>
                        <a:cs typeface="Times New Roman"/>
                      </a:endParaRPr>
                    </a:p>
                  </a:txBody>
                  <a:tcPr marL="54769" marR="54769" marT="27623" marB="27623" anchor="ctr"/>
                </a:tc>
                <a:tc>
                  <a:txBody>
                    <a:bodyPr/>
                    <a:lstStyle/>
                    <a:p>
                      <a:pPr marL="0" marR="0" algn="just">
                        <a:lnSpc>
                          <a:spcPct val="125000"/>
                        </a:lnSpc>
                        <a:spcBef>
                          <a:spcPts val="0"/>
                        </a:spcBef>
                        <a:spcAft>
                          <a:spcPts val="0"/>
                        </a:spcAft>
                      </a:pPr>
                      <a:r>
                        <a:rPr lang="en-US" sz="900" kern="0" dirty="0"/>
                        <a:t>Set uplink digital gain</a:t>
                      </a:r>
                      <a:endParaRPr lang="en-US" sz="900" kern="100" dirty="0">
                        <a:latin typeface="Calibri"/>
                        <a:ea typeface="Arial"/>
                        <a:cs typeface="Times New Roman"/>
                      </a:endParaRPr>
                    </a:p>
                  </a:txBody>
                  <a:tcPr marL="54769" marR="54769" marT="27623" marB="27623" anchor="ctr"/>
                </a:tc>
                <a:extLst>
                  <a:ext uri="{0D108BD9-81ED-4DB2-BD59-A6C34878D82A}">
                    <a16:rowId xmlns:a16="http://schemas.microsoft.com/office/drawing/2014/main" val="10009"/>
                  </a:ext>
                </a:extLst>
              </a:tr>
              <a:tr h="214027">
                <a:tc>
                  <a:txBody>
                    <a:bodyPr/>
                    <a:lstStyle/>
                    <a:p>
                      <a:pPr marL="0" marR="0" algn="just">
                        <a:lnSpc>
                          <a:spcPct val="125000"/>
                        </a:lnSpc>
                        <a:spcBef>
                          <a:spcPts val="0"/>
                        </a:spcBef>
                        <a:spcAft>
                          <a:spcPts val="0"/>
                        </a:spcAft>
                      </a:pPr>
                      <a:r>
                        <a:rPr lang="en-US" sz="900" kern="100"/>
                        <a:t>arsi_set_dl_digital_gain</a:t>
                      </a:r>
                      <a:endParaRPr lang="en-US" sz="900" kern="100">
                        <a:latin typeface="Calibri"/>
                        <a:ea typeface="Arial"/>
                        <a:cs typeface="Times New Roman"/>
                      </a:endParaRPr>
                    </a:p>
                  </a:txBody>
                  <a:tcPr marL="54769" marR="54769" marT="27623" marB="27623" anchor="ctr"/>
                </a:tc>
                <a:tc>
                  <a:txBody>
                    <a:bodyPr/>
                    <a:lstStyle/>
                    <a:p>
                      <a:pPr marL="0" marR="0" algn="just">
                        <a:lnSpc>
                          <a:spcPct val="125000"/>
                        </a:lnSpc>
                        <a:spcBef>
                          <a:spcPts val="0"/>
                        </a:spcBef>
                        <a:spcAft>
                          <a:spcPts val="0"/>
                        </a:spcAft>
                      </a:pPr>
                      <a:r>
                        <a:rPr lang="en-US" sz="900" kern="0" dirty="0"/>
                        <a:t>Set downlink digital gain</a:t>
                      </a:r>
                      <a:endParaRPr lang="en-US" sz="900" kern="100" dirty="0">
                        <a:latin typeface="Calibri"/>
                        <a:ea typeface="Arial"/>
                        <a:cs typeface="Times New Roman"/>
                      </a:endParaRPr>
                    </a:p>
                  </a:txBody>
                  <a:tcPr marL="54769" marR="54769" marT="27623" marB="27623" anchor="ctr"/>
                </a:tc>
                <a:extLst>
                  <a:ext uri="{0D108BD9-81ED-4DB2-BD59-A6C34878D82A}">
                    <a16:rowId xmlns:a16="http://schemas.microsoft.com/office/drawing/2014/main" val="10010"/>
                  </a:ext>
                </a:extLst>
              </a:tr>
              <a:tr h="214027">
                <a:tc>
                  <a:txBody>
                    <a:bodyPr/>
                    <a:lstStyle/>
                    <a:p>
                      <a:pPr marL="0" marR="0" algn="just">
                        <a:lnSpc>
                          <a:spcPct val="125000"/>
                        </a:lnSpc>
                        <a:spcBef>
                          <a:spcPts val="0"/>
                        </a:spcBef>
                        <a:spcAft>
                          <a:spcPts val="0"/>
                        </a:spcAft>
                      </a:pPr>
                      <a:r>
                        <a:rPr lang="en-US" sz="900" kern="100"/>
                        <a:t>arsi_set_ul_mute</a:t>
                      </a:r>
                      <a:endParaRPr lang="en-US" sz="900" kern="100">
                        <a:latin typeface="Calibri"/>
                        <a:ea typeface="Arial"/>
                        <a:cs typeface="Times New Roman"/>
                      </a:endParaRPr>
                    </a:p>
                  </a:txBody>
                  <a:tcPr marL="54769" marR="54769" marT="27623" marB="27623" anchor="ctr"/>
                </a:tc>
                <a:tc>
                  <a:txBody>
                    <a:bodyPr/>
                    <a:lstStyle/>
                    <a:p>
                      <a:pPr marL="0" marR="0" algn="just">
                        <a:lnSpc>
                          <a:spcPct val="125000"/>
                        </a:lnSpc>
                        <a:spcBef>
                          <a:spcPts val="0"/>
                        </a:spcBef>
                        <a:spcAft>
                          <a:spcPts val="0"/>
                        </a:spcAft>
                      </a:pPr>
                      <a:r>
                        <a:rPr lang="en-US" sz="900" kern="0" dirty="0"/>
                        <a:t>Mute/</a:t>
                      </a:r>
                      <a:r>
                        <a:rPr lang="en-US" sz="900" kern="0" dirty="0" err="1"/>
                        <a:t>unmute</a:t>
                      </a:r>
                      <a:r>
                        <a:rPr lang="en-US" sz="900" kern="0" dirty="0"/>
                        <a:t> uplink</a:t>
                      </a:r>
                      <a:endParaRPr lang="en-US" sz="900" kern="100" dirty="0">
                        <a:latin typeface="Calibri"/>
                        <a:ea typeface="Arial"/>
                        <a:cs typeface="Times New Roman"/>
                      </a:endParaRPr>
                    </a:p>
                  </a:txBody>
                  <a:tcPr marL="54769" marR="54769" marT="27623" marB="27623" anchor="ctr"/>
                </a:tc>
                <a:extLst>
                  <a:ext uri="{0D108BD9-81ED-4DB2-BD59-A6C34878D82A}">
                    <a16:rowId xmlns:a16="http://schemas.microsoft.com/office/drawing/2014/main" val="10011"/>
                  </a:ext>
                </a:extLst>
              </a:tr>
              <a:tr h="214027">
                <a:tc>
                  <a:txBody>
                    <a:bodyPr/>
                    <a:lstStyle/>
                    <a:p>
                      <a:pPr marL="0" marR="0" algn="just">
                        <a:lnSpc>
                          <a:spcPct val="125000"/>
                        </a:lnSpc>
                        <a:spcBef>
                          <a:spcPts val="0"/>
                        </a:spcBef>
                        <a:spcAft>
                          <a:spcPts val="0"/>
                        </a:spcAft>
                      </a:pPr>
                      <a:r>
                        <a:rPr lang="en-US" sz="900" kern="100"/>
                        <a:t>arsi_set_dl_mute</a:t>
                      </a:r>
                      <a:endParaRPr lang="en-US" sz="900" kern="100">
                        <a:latin typeface="Calibri"/>
                        <a:ea typeface="Arial"/>
                        <a:cs typeface="Times New Roman"/>
                      </a:endParaRPr>
                    </a:p>
                  </a:txBody>
                  <a:tcPr marL="54769" marR="54769" marT="27623" marB="27623" anchor="ctr"/>
                </a:tc>
                <a:tc>
                  <a:txBody>
                    <a:bodyPr/>
                    <a:lstStyle/>
                    <a:p>
                      <a:pPr marL="0" marR="0" algn="just">
                        <a:lnSpc>
                          <a:spcPct val="125000"/>
                        </a:lnSpc>
                        <a:spcBef>
                          <a:spcPts val="0"/>
                        </a:spcBef>
                        <a:spcAft>
                          <a:spcPts val="0"/>
                        </a:spcAft>
                      </a:pPr>
                      <a:r>
                        <a:rPr lang="en-US" sz="900" kern="0" dirty="0"/>
                        <a:t>Mute/</a:t>
                      </a:r>
                      <a:r>
                        <a:rPr lang="en-US" sz="900" kern="0" dirty="0" err="1"/>
                        <a:t>unmute</a:t>
                      </a:r>
                      <a:r>
                        <a:rPr lang="en-US" sz="900" kern="0" dirty="0"/>
                        <a:t> downlink</a:t>
                      </a:r>
                      <a:endParaRPr lang="en-US" sz="900" kern="100" dirty="0">
                        <a:latin typeface="Calibri"/>
                        <a:ea typeface="Arial"/>
                        <a:cs typeface="Times New Roman"/>
                      </a:endParaRPr>
                    </a:p>
                  </a:txBody>
                  <a:tcPr marL="54769" marR="54769" marT="27623" marB="27623" anchor="ctr"/>
                </a:tc>
                <a:extLst>
                  <a:ext uri="{0D108BD9-81ED-4DB2-BD59-A6C34878D82A}">
                    <a16:rowId xmlns:a16="http://schemas.microsoft.com/office/drawing/2014/main" val="10012"/>
                  </a:ext>
                </a:extLst>
              </a:tr>
              <a:tr h="214027">
                <a:tc>
                  <a:txBody>
                    <a:bodyPr/>
                    <a:lstStyle/>
                    <a:p>
                      <a:pPr marL="0" marR="0" algn="just">
                        <a:lnSpc>
                          <a:spcPct val="125000"/>
                        </a:lnSpc>
                        <a:spcBef>
                          <a:spcPts val="0"/>
                        </a:spcBef>
                        <a:spcAft>
                          <a:spcPts val="0"/>
                        </a:spcAft>
                      </a:pPr>
                      <a:r>
                        <a:rPr lang="en-US" sz="900" kern="100"/>
                        <a:t>arsi_set_ul_enhance</a:t>
                      </a:r>
                      <a:endParaRPr lang="en-US" sz="900" kern="100">
                        <a:latin typeface="Calibri"/>
                        <a:ea typeface="Arial"/>
                        <a:cs typeface="Times New Roman"/>
                      </a:endParaRPr>
                    </a:p>
                  </a:txBody>
                  <a:tcPr marL="54769" marR="54769" marT="27623" marB="27623" anchor="ctr"/>
                </a:tc>
                <a:tc>
                  <a:txBody>
                    <a:bodyPr/>
                    <a:lstStyle/>
                    <a:p>
                      <a:pPr marL="0" marR="0" algn="just">
                        <a:lnSpc>
                          <a:spcPct val="125000"/>
                        </a:lnSpc>
                        <a:spcBef>
                          <a:spcPts val="0"/>
                        </a:spcBef>
                        <a:spcAft>
                          <a:spcPts val="0"/>
                        </a:spcAft>
                      </a:pPr>
                      <a:r>
                        <a:rPr lang="en-US" sz="900" kern="0" dirty="0"/>
                        <a:t>Enable/disable uplink enhancement function</a:t>
                      </a:r>
                      <a:endParaRPr lang="en-US" sz="900" kern="100" dirty="0">
                        <a:latin typeface="Calibri"/>
                        <a:ea typeface="Arial"/>
                        <a:cs typeface="Times New Roman"/>
                      </a:endParaRPr>
                    </a:p>
                  </a:txBody>
                  <a:tcPr marL="54769" marR="54769" marT="27623" marB="27623" anchor="ctr"/>
                </a:tc>
                <a:extLst>
                  <a:ext uri="{0D108BD9-81ED-4DB2-BD59-A6C34878D82A}">
                    <a16:rowId xmlns:a16="http://schemas.microsoft.com/office/drawing/2014/main" val="10013"/>
                  </a:ext>
                </a:extLst>
              </a:tr>
              <a:tr h="214027">
                <a:tc>
                  <a:txBody>
                    <a:bodyPr/>
                    <a:lstStyle/>
                    <a:p>
                      <a:pPr marL="0" marR="0" algn="just">
                        <a:lnSpc>
                          <a:spcPct val="125000"/>
                        </a:lnSpc>
                        <a:spcBef>
                          <a:spcPts val="0"/>
                        </a:spcBef>
                        <a:spcAft>
                          <a:spcPts val="0"/>
                        </a:spcAft>
                      </a:pPr>
                      <a:r>
                        <a:rPr lang="en-US" sz="900" kern="100"/>
                        <a:t>arsi_set_dl_enhance</a:t>
                      </a:r>
                      <a:endParaRPr lang="en-US" sz="900" kern="100">
                        <a:latin typeface="Calibri"/>
                        <a:ea typeface="Arial"/>
                        <a:cs typeface="Times New Roman"/>
                      </a:endParaRPr>
                    </a:p>
                  </a:txBody>
                  <a:tcPr marL="54769" marR="54769" marT="27623" marB="27623" anchor="ctr"/>
                </a:tc>
                <a:tc>
                  <a:txBody>
                    <a:bodyPr/>
                    <a:lstStyle/>
                    <a:p>
                      <a:pPr marL="0" marR="0" algn="just">
                        <a:lnSpc>
                          <a:spcPct val="125000"/>
                        </a:lnSpc>
                        <a:spcBef>
                          <a:spcPts val="0"/>
                        </a:spcBef>
                        <a:spcAft>
                          <a:spcPts val="0"/>
                        </a:spcAft>
                      </a:pPr>
                      <a:r>
                        <a:rPr lang="en-US" sz="900" kern="0" dirty="0"/>
                        <a:t>Enable/disable downlink enhancement function</a:t>
                      </a:r>
                      <a:endParaRPr lang="en-US" sz="900" kern="100" dirty="0">
                        <a:latin typeface="Calibri"/>
                        <a:ea typeface="Arial"/>
                        <a:cs typeface="Times New Roman"/>
                      </a:endParaRPr>
                    </a:p>
                  </a:txBody>
                  <a:tcPr marL="54769" marR="54769" marT="27623" marB="27623" anchor="ctr"/>
                </a:tc>
                <a:extLst>
                  <a:ext uri="{0D108BD9-81ED-4DB2-BD59-A6C34878D82A}">
                    <a16:rowId xmlns:a16="http://schemas.microsoft.com/office/drawing/2014/main" val="10014"/>
                  </a:ext>
                </a:extLst>
              </a:tr>
              <a:tr h="214027">
                <a:tc>
                  <a:txBody>
                    <a:bodyPr/>
                    <a:lstStyle/>
                    <a:p>
                      <a:pPr marL="0" marR="0" algn="just">
                        <a:lnSpc>
                          <a:spcPct val="125000"/>
                        </a:lnSpc>
                        <a:spcBef>
                          <a:spcPts val="0"/>
                        </a:spcBef>
                        <a:spcAft>
                          <a:spcPts val="0"/>
                        </a:spcAft>
                      </a:pPr>
                      <a:r>
                        <a:rPr lang="en-US" sz="900" b="0" kern="100" dirty="0" err="1"/>
                        <a:t>arsi_set_debug_log_fp</a:t>
                      </a:r>
                      <a:endParaRPr lang="en-US" sz="900" b="0" kern="100" dirty="0">
                        <a:latin typeface="Calibri"/>
                        <a:ea typeface="Arial"/>
                        <a:cs typeface="Times New Roman"/>
                      </a:endParaRPr>
                    </a:p>
                  </a:txBody>
                  <a:tcPr marL="54769" marR="54769" marT="27623" marB="27623" anchor="ctr"/>
                </a:tc>
                <a:tc>
                  <a:txBody>
                    <a:bodyPr/>
                    <a:lstStyle/>
                    <a:p>
                      <a:pPr marL="0" marR="0" algn="just">
                        <a:lnSpc>
                          <a:spcPct val="125000"/>
                        </a:lnSpc>
                        <a:spcBef>
                          <a:spcPts val="0"/>
                        </a:spcBef>
                        <a:spcAft>
                          <a:spcPts val="0"/>
                        </a:spcAft>
                      </a:pPr>
                      <a:r>
                        <a:rPr lang="en-US" sz="900" kern="0" dirty="0"/>
                        <a:t>Set debug log print callback function</a:t>
                      </a:r>
                      <a:endParaRPr lang="en-US" sz="900" kern="100" dirty="0">
                        <a:latin typeface="Calibri"/>
                        <a:ea typeface="Arial"/>
                        <a:cs typeface="Times New Roman"/>
                      </a:endParaRPr>
                    </a:p>
                  </a:txBody>
                  <a:tcPr marL="54769" marR="54769" marT="27623" marB="27623" anchor="ctr"/>
                </a:tc>
                <a:extLst>
                  <a:ext uri="{0D108BD9-81ED-4DB2-BD59-A6C34878D82A}">
                    <a16:rowId xmlns:a16="http://schemas.microsoft.com/office/drawing/2014/main" val="10015"/>
                  </a:ext>
                </a:extLst>
              </a:tr>
              <a:tr h="214027">
                <a:tc>
                  <a:txBody>
                    <a:bodyPr/>
                    <a:lstStyle/>
                    <a:p>
                      <a:pPr marL="0" marR="0" algn="just">
                        <a:lnSpc>
                          <a:spcPct val="125000"/>
                        </a:lnSpc>
                        <a:spcBef>
                          <a:spcPts val="0"/>
                        </a:spcBef>
                        <a:spcAft>
                          <a:spcPts val="0"/>
                        </a:spcAft>
                      </a:pPr>
                      <a:r>
                        <a:rPr lang="en-US" sz="900" b="0" kern="100" dirty="0" err="1"/>
                        <a:t>arsi_query_max_debug_dump_buf_size</a:t>
                      </a:r>
                      <a:endParaRPr lang="en-US" sz="900" b="0" kern="100" dirty="0">
                        <a:latin typeface="Calibri"/>
                        <a:ea typeface="Arial"/>
                        <a:cs typeface="Times New Roman"/>
                      </a:endParaRPr>
                    </a:p>
                  </a:txBody>
                  <a:tcPr marL="54769" marR="54769" marT="27623" marB="27623" anchor="ctr"/>
                </a:tc>
                <a:tc>
                  <a:txBody>
                    <a:bodyPr/>
                    <a:lstStyle/>
                    <a:p>
                      <a:pPr marL="0" marR="0" algn="just">
                        <a:lnSpc>
                          <a:spcPct val="125000"/>
                        </a:lnSpc>
                        <a:spcBef>
                          <a:spcPts val="0"/>
                        </a:spcBef>
                        <a:spcAft>
                          <a:spcPts val="0"/>
                        </a:spcAft>
                      </a:pPr>
                      <a:r>
                        <a:rPr lang="en-US" sz="900" kern="100" dirty="0"/>
                        <a:t>Query the size of dump </a:t>
                      </a:r>
                      <a:r>
                        <a:rPr lang="en-US" sz="900" kern="100" dirty="0" err="1"/>
                        <a:t>buf</a:t>
                      </a:r>
                      <a:r>
                        <a:rPr lang="en-US" sz="900" kern="100" dirty="0"/>
                        <a:t> file for each</a:t>
                      </a:r>
                      <a:r>
                        <a:rPr lang="en-US" sz="900" kern="100" baseline="0" dirty="0"/>
                        <a:t> downlink/uplink processing</a:t>
                      </a:r>
                      <a:endParaRPr lang="en-US" sz="900" kern="100" dirty="0">
                        <a:latin typeface="Calibri"/>
                        <a:ea typeface="Arial"/>
                        <a:cs typeface="Times New Roman"/>
                      </a:endParaRPr>
                    </a:p>
                  </a:txBody>
                  <a:tcPr marL="54769" marR="54769" marT="27623" marB="27623" anchor="ctr"/>
                </a:tc>
                <a:extLst>
                  <a:ext uri="{0D108BD9-81ED-4DB2-BD59-A6C34878D82A}">
                    <a16:rowId xmlns:a16="http://schemas.microsoft.com/office/drawing/2014/main" val="10016"/>
                  </a:ext>
                </a:extLst>
              </a:tr>
              <a:tr h="214027">
                <a:tc>
                  <a:txBody>
                    <a:bodyPr/>
                    <a:lstStyle/>
                    <a:p>
                      <a:pPr marL="0" marR="0" algn="just">
                        <a:lnSpc>
                          <a:spcPct val="125000"/>
                        </a:lnSpc>
                        <a:spcBef>
                          <a:spcPts val="0"/>
                        </a:spcBef>
                        <a:spcAft>
                          <a:spcPts val="0"/>
                        </a:spcAft>
                      </a:pPr>
                      <a:r>
                        <a:rPr lang="en-US" sz="900" kern="100" dirty="0" err="1"/>
                        <a:t>arsi_set_addr_value</a:t>
                      </a:r>
                      <a:endParaRPr lang="en-US" sz="900" kern="100" dirty="0">
                        <a:latin typeface="Calibri"/>
                        <a:ea typeface="Arial"/>
                        <a:cs typeface="Times New Roman"/>
                      </a:endParaRPr>
                    </a:p>
                  </a:txBody>
                  <a:tcPr marL="54769" marR="54769" marT="27623" marB="27623" anchor="ctr"/>
                </a:tc>
                <a:tc>
                  <a:txBody>
                    <a:bodyPr/>
                    <a:lstStyle/>
                    <a:p>
                      <a:pPr marL="0" marR="0" algn="just">
                        <a:lnSpc>
                          <a:spcPct val="125000"/>
                        </a:lnSpc>
                        <a:spcBef>
                          <a:spcPts val="0"/>
                        </a:spcBef>
                        <a:spcAft>
                          <a:spcPts val="0"/>
                        </a:spcAft>
                      </a:pPr>
                      <a:r>
                        <a:rPr lang="en-US" sz="900" kern="0" dirty="0"/>
                        <a:t>Set value at a specified address</a:t>
                      </a:r>
                      <a:endParaRPr lang="en-US" sz="900" kern="100" dirty="0">
                        <a:latin typeface="Calibri"/>
                        <a:ea typeface="Arial"/>
                        <a:cs typeface="Times New Roman"/>
                      </a:endParaRPr>
                    </a:p>
                  </a:txBody>
                  <a:tcPr marL="54769" marR="54769" marT="27623" marB="27623" anchor="ctr"/>
                </a:tc>
                <a:extLst>
                  <a:ext uri="{0D108BD9-81ED-4DB2-BD59-A6C34878D82A}">
                    <a16:rowId xmlns:a16="http://schemas.microsoft.com/office/drawing/2014/main" val="1610753886"/>
                  </a:ext>
                </a:extLst>
              </a:tr>
              <a:tr h="214027">
                <a:tc>
                  <a:txBody>
                    <a:bodyPr/>
                    <a:lstStyle/>
                    <a:p>
                      <a:pPr marL="0" marR="0" algn="just">
                        <a:lnSpc>
                          <a:spcPct val="125000"/>
                        </a:lnSpc>
                        <a:spcBef>
                          <a:spcPts val="0"/>
                        </a:spcBef>
                        <a:spcAft>
                          <a:spcPts val="0"/>
                        </a:spcAft>
                      </a:pPr>
                      <a:r>
                        <a:rPr lang="en-US" sz="900" kern="100"/>
                        <a:t>arsi_get_addr_value</a:t>
                      </a:r>
                      <a:endParaRPr lang="en-US" sz="900" kern="100">
                        <a:latin typeface="Calibri"/>
                        <a:ea typeface="Arial"/>
                        <a:cs typeface="Times New Roman"/>
                      </a:endParaRPr>
                    </a:p>
                  </a:txBody>
                  <a:tcPr marL="54769" marR="54769" marT="27623" marB="27623" anchor="ctr"/>
                </a:tc>
                <a:tc>
                  <a:txBody>
                    <a:bodyPr/>
                    <a:lstStyle/>
                    <a:p>
                      <a:pPr marL="0" marR="0" algn="just">
                        <a:lnSpc>
                          <a:spcPct val="125000"/>
                        </a:lnSpc>
                        <a:spcBef>
                          <a:spcPts val="0"/>
                        </a:spcBef>
                        <a:spcAft>
                          <a:spcPts val="0"/>
                        </a:spcAft>
                      </a:pPr>
                      <a:r>
                        <a:rPr lang="en-US" sz="900" kern="0" dirty="0"/>
                        <a:t>Get value from the specified address</a:t>
                      </a:r>
                      <a:endParaRPr lang="en-US" sz="900" kern="100" dirty="0">
                        <a:latin typeface="Calibri"/>
                        <a:ea typeface="Arial"/>
                        <a:cs typeface="Times New Roman"/>
                      </a:endParaRPr>
                    </a:p>
                  </a:txBody>
                  <a:tcPr marL="54769" marR="54769" marT="27623" marB="27623" anchor="ctr"/>
                </a:tc>
                <a:extLst>
                  <a:ext uri="{0D108BD9-81ED-4DB2-BD59-A6C34878D82A}">
                    <a16:rowId xmlns:a16="http://schemas.microsoft.com/office/drawing/2014/main" val="2413107143"/>
                  </a:ext>
                </a:extLst>
              </a:tr>
              <a:tr h="214027">
                <a:tc>
                  <a:txBody>
                    <a:bodyPr/>
                    <a:lstStyle/>
                    <a:p>
                      <a:pPr marL="0" marR="0" algn="just">
                        <a:lnSpc>
                          <a:spcPct val="125000"/>
                        </a:lnSpc>
                        <a:spcBef>
                          <a:spcPts val="0"/>
                        </a:spcBef>
                        <a:spcAft>
                          <a:spcPts val="0"/>
                        </a:spcAft>
                      </a:pPr>
                      <a:r>
                        <a:rPr lang="en-US" sz="900" kern="100"/>
                        <a:t>arsi_set_key_value_pair</a:t>
                      </a:r>
                      <a:endParaRPr lang="en-US" sz="900" kern="100">
                        <a:latin typeface="Calibri"/>
                        <a:ea typeface="Arial"/>
                        <a:cs typeface="Times New Roman"/>
                      </a:endParaRPr>
                    </a:p>
                  </a:txBody>
                  <a:tcPr marL="54769" marR="54769" marT="27623" marB="27623" anchor="ctr"/>
                </a:tc>
                <a:tc>
                  <a:txBody>
                    <a:bodyPr/>
                    <a:lstStyle/>
                    <a:p>
                      <a:pPr marL="0" marR="0" algn="just">
                        <a:lnSpc>
                          <a:spcPct val="125000"/>
                        </a:lnSpc>
                        <a:spcBef>
                          <a:spcPts val="0"/>
                        </a:spcBef>
                        <a:spcAft>
                          <a:spcPts val="0"/>
                        </a:spcAft>
                      </a:pPr>
                      <a:r>
                        <a:rPr lang="en-US" sz="900" kern="0" dirty="0"/>
                        <a:t>set </a:t>
                      </a:r>
                      <a:r>
                        <a:rPr lang="en-US" sz="900" kern="0" dirty="0" err="1"/>
                        <a:t>key_value</a:t>
                      </a:r>
                      <a:r>
                        <a:rPr lang="en-US" sz="900" kern="0" dirty="0"/>
                        <a:t> string to library</a:t>
                      </a:r>
                      <a:endParaRPr lang="en-US" sz="900" kern="100" dirty="0">
                        <a:latin typeface="Calibri"/>
                        <a:ea typeface="Arial"/>
                        <a:cs typeface="Times New Roman"/>
                      </a:endParaRPr>
                    </a:p>
                  </a:txBody>
                  <a:tcPr marL="54769" marR="54769" marT="27623" marB="27623" anchor="ctr"/>
                </a:tc>
                <a:extLst>
                  <a:ext uri="{0D108BD9-81ED-4DB2-BD59-A6C34878D82A}">
                    <a16:rowId xmlns:a16="http://schemas.microsoft.com/office/drawing/2014/main" val="1201032490"/>
                  </a:ext>
                </a:extLst>
              </a:tr>
              <a:tr h="214027">
                <a:tc>
                  <a:txBody>
                    <a:bodyPr/>
                    <a:lstStyle/>
                    <a:p>
                      <a:pPr marL="0" marR="0" algn="just">
                        <a:lnSpc>
                          <a:spcPct val="125000"/>
                        </a:lnSpc>
                        <a:spcBef>
                          <a:spcPts val="0"/>
                        </a:spcBef>
                        <a:spcAft>
                          <a:spcPts val="0"/>
                        </a:spcAft>
                      </a:pPr>
                      <a:r>
                        <a:rPr lang="en-US" sz="900" kern="100" dirty="0" err="1"/>
                        <a:t>arsi_get_key_value_pair</a:t>
                      </a:r>
                      <a:endParaRPr lang="en-US" sz="900" kern="100" dirty="0">
                        <a:latin typeface="Calibri"/>
                        <a:ea typeface="Arial"/>
                        <a:cs typeface="Times New Roman"/>
                      </a:endParaRPr>
                    </a:p>
                  </a:txBody>
                  <a:tcPr marL="54769" marR="54769" marT="27623" marB="27623" anchor="ctr"/>
                </a:tc>
                <a:tc>
                  <a:txBody>
                    <a:bodyPr/>
                    <a:lstStyle/>
                    <a:p>
                      <a:pPr marL="0" marR="0" algn="just">
                        <a:lnSpc>
                          <a:spcPct val="125000"/>
                        </a:lnSpc>
                        <a:spcBef>
                          <a:spcPts val="0"/>
                        </a:spcBef>
                        <a:spcAft>
                          <a:spcPts val="0"/>
                        </a:spcAft>
                      </a:pPr>
                      <a:r>
                        <a:rPr lang="en-US" sz="900" kern="0" dirty="0"/>
                        <a:t>get </a:t>
                      </a:r>
                      <a:r>
                        <a:rPr lang="en-US" sz="900" kern="0" dirty="0" err="1"/>
                        <a:t>key_value</a:t>
                      </a:r>
                      <a:r>
                        <a:rPr lang="en-US" sz="900" kern="0" dirty="0"/>
                        <a:t> string from library</a:t>
                      </a:r>
                      <a:endParaRPr lang="en-US" sz="900" kern="100" dirty="0">
                        <a:latin typeface="Calibri"/>
                        <a:ea typeface="Arial"/>
                        <a:cs typeface="Times New Roman"/>
                      </a:endParaRPr>
                    </a:p>
                  </a:txBody>
                  <a:tcPr marL="54769" marR="54769" marT="27623" marB="27623" anchor="ctr"/>
                </a:tc>
                <a:extLst>
                  <a:ext uri="{0D108BD9-81ED-4DB2-BD59-A6C34878D82A}">
                    <a16:rowId xmlns:a16="http://schemas.microsoft.com/office/drawing/2014/main" val="2286441422"/>
                  </a:ext>
                </a:extLst>
              </a:tr>
            </a:tbl>
          </a:graphicData>
        </a:graphic>
      </p:graphicFrame>
      <p:sp>
        <p:nvSpPr>
          <p:cNvPr id="2" name="標題 1"/>
          <p:cNvSpPr>
            <a:spLocks noGrp="1"/>
          </p:cNvSpPr>
          <p:nvPr>
            <p:ph type="title"/>
          </p:nvPr>
        </p:nvSpPr>
        <p:spPr>
          <a:xfrm>
            <a:off x="323850" y="138202"/>
            <a:ext cx="8218488" cy="720464"/>
          </a:xfrm>
        </p:spPr>
        <p:txBody>
          <a:bodyPr/>
          <a:lstStyle/>
          <a:p>
            <a:r>
              <a:rPr lang="en-US" dirty="0"/>
              <a:t>[Appendix] ARSI-PROC APIs</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投影片編號版面配置區 2"/>
          <p:cNvSpPr>
            <a:spLocks noGrp="1"/>
          </p:cNvSpPr>
          <p:nvPr>
            <p:ph type="sldNum" sz="quarter" idx="4"/>
          </p:nvPr>
        </p:nvSpPr>
        <p:spPr/>
        <p:txBody>
          <a:bodyPr/>
          <a:lstStyle/>
          <a:p>
            <a:fld id="{5157DEA8-FBF5-4ADB-B880-CDCFE3CE5324}" type="slidenum">
              <a:rPr lang="en-US" smtClean="0"/>
              <a:pPr/>
              <a:t>10</a:t>
            </a:fld>
            <a:endParaRPr lang="en-US"/>
          </a:p>
        </p:txBody>
      </p:sp>
      <p:graphicFrame>
        <p:nvGraphicFramePr>
          <p:cNvPr id="4" name="內容版面配置區 3"/>
          <p:cNvGraphicFramePr>
            <a:graphicFrameLocks noGrp="1"/>
          </p:cNvGraphicFramePr>
          <p:nvPr>
            <p:ph sz="quarter" idx="10"/>
            <p:extLst>
              <p:ext uri="{D42A27DB-BD31-4B8C-83A1-F6EECF244321}">
                <p14:modId xmlns:p14="http://schemas.microsoft.com/office/powerpoint/2010/main" val="2939793703"/>
              </p:ext>
            </p:extLst>
          </p:nvPr>
        </p:nvGraphicFramePr>
        <p:xfrm>
          <a:off x="323850" y="1008063"/>
          <a:ext cx="8218487" cy="1899009"/>
        </p:xfrm>
        <a:graphic>
          <a:graphicData uri="http://schemas.openxmlformats.org/drawingml/2006/table">
            <a:tbl>
              <a:tblPr firstRow="1" bandRow="1" bandCol="1">
                <a:tableStyleId>{F2DE63D5-997A-4646-A377-4702673A728D}</a:tableStyleId>
              </a:tblPr>
              <a:tblGrid>
                <a:gridCol w="2386653">
                  <a:extLst>
                    <a:ext uri="{9D8B030D-6E8A-4147-A177-3AD203B41FA5}">
                      <a16:colId xmlns:a16="http://schemas.microsoft.com/office/drawing/2014/main" val="20000"/>
                    </a:ext>
                  </a:extLst>
                </a:gridCol>
                <a:gridCol w="5831834">
                  <a:extLst>
                    <a:ext uri="{9D8B030D-6E8A-4147-A177-3AD203B41FA5}">
                      <a16:colId xmlns:a16="http://schemas.microsoft.com/office/drawing/2014/main" val="20001"/>
                    </a:ext>
                  </a:extLst>
                </a:gridCol>
              </a:tblGrid>
              <a:tr h="214027">
                <a:tc>
                  <a:txBody>
                    <a:bodyPr/>
                    <a:lstStyle/>
                    <a:p>
                      <a:pPr marL="0" marR="0" algn="just">
                        <a:lnSpc>
                          <a:spcPct val="125000"/>
                        </a:lnSpc>
                        <a:spcBef>
                          <a:spcPts val="0"/>
                        </a:spcBef>
                        <a:spcAft>
                          <a:spcPts val="0"/>
                        </a:spcAft>
                      </a:pPr>
                      <a:r>
                        <a:rPr lang="en-US" sz="900" kern="100"/>
                        <a:t>  </a:t>
                      </a:r>
                      <a:r>
                        <a:rPr lang="en-US" sz="900" kern="0"/>
                        <a:t>Functions</a:t>
                      </a:r>
                      <a:endParaRPr lang="en-US" sz="900" kern="100" dirty="0">
                        <a:latin typeface="Calibri"/>
                        <a:ea typeface="Arial"/>
                        <a:cs typeface="Times New Roman"/>
                      </a:endParaRPr>
                    </a:p>
                  </a:txBody>
                  <a:tcPr marL="54769" marR="54769" marT="27623" marB="27623"/>
                </a:tc>
                <a:tc>
                  <a:txBody>
                    <a:bodyPr/>
                    <a:lstStyle/>
                    <a:p>
                      <a:pPr marL="0" marR="0" algn="just">
                        <a:lnSpc>
                          <a:spcPct val="125000"/>
                        </a:lnSpc>
                        <a:spcBef>
                          <a:spcPts val="0"/>
                        </a:spcBef>
                        <a:spcAft>
                          <a:spcPts val="0"/>
                        </a:spcAft>
                      </a:pPr>
                      <a:r>
                        <a:rPr lang="en-US" sz="900" kern="0"/>
                        <a:t>Description </a:t>
                      </a:r>
                      <a:endParaRPr lang="en-US" sz="900" kern="100" dirty="0">
                        <a:latin typeface="Calibri"/>
                        <a:ea typeface="Arial"/>
                        <a:cs typeface="Times New Roman"/>
                      </a:endParaRPr>
                    </a:p>
                  </a:txBody>
                  <a:tcPr marL="54769" marR="54769" marT="27623" marB="27623"/>
                </a:tc>
                <a:extLst>
                  <a:ext uri="{0D108BD9-81ED-4DB2-BD59-A6C34878D82A}">
                    <a16:rowId xmlns:a16="http://schemas.microsoft.com/office/drawing/2014/main" val="10000"/>
                  </a:ext>
                </a:extLst>
              </a:tr>
              <a:tr h="899827">
                <a:tc>
                  <a:txBody>
                    <a:bodyPr/>
                    <a:lstStyle/>
                    <a:p>
                      <a:pPr marL="0" marR="0" algn="l">
                        <a:lnSpc>
                          <a:spcPct val="125000"/>
                        </a:lnSpc>
                        <a:spcBef>
                          <a:spcPts val="0"/>
                        </a:spcBef>
                        <a:spcAft>
                          <a:spcPts val="0"/>
                        </a:spcAft>
                      </a:pPr>
                      <a:r>
                        <a:rPr lang="en-US" sz="900" b="1" kern="100" dirty="0" err="1">
                          <a:solidFill>
                            <a:srgbClr val="FF0000"/>
                          </a:solidFill>
                        </a:rPr>
                        <a:t>arsi_load_param</a:t>
                      </a:r>
                      <a:endParaRPr lang="en-US" sz="900" b="1" kern="100" dirty="0">
                        <a:solidFill>
                          <a:srgbClr val="FF0000"/>
                        </a:solidFill>
                        <a:latin typeface="Calibri"/>
                        <a:ea typeface="Arial"/>
                        <a:cs typeface="Times New Roman"/>
                      </a:endParaRPr>
                    </a:p>
                  </a:txBody>
                  <a:tcPr marL="54769" marR="54769" marT="27623" marB="27623" anchor="ctr"/>
                </a:tc>
                <a:tc>
                  <a:txBody>
                    <a:bodyPr/>
                    <a:lstStyle/>
                    <a:p>
                      <a:pPr marL="0" marR="0" algn="just">
                        <a:lnSpc>
                          <a:spcPct val="125000"/>
                        </a:lnSpc>
                        <a:spcBef>
                          <a:spcPts val="0"/>
                        </a:spcBef>
                        <a:spcAft>
                          <a:spcPts val="0"/>
                        </a:spcAft>
                        <a:buFont typeface="Arial" pitchFamily="34" charset="0"/>
                        <a:buChar char="•"/>
                      </a:pPr>
                      <a:r>
                        <a:rPr lang="en-US" sz="900" kern="100"/>
                        <a:t>This  function</a:t>
                      </a:r>
                      <a:r>
                        <a:rPr lang="en-US" sz="900" kern="100" baseline="0"/>
                        <a:t> will only called once when device boot up.</a:t>
                      </a:r>
                      <a:endParaRPr lang="en-US" sz="900" kern="100"/>
                    </a:p>
                    <a:p>
                      <a:pPr marL="0" marR="0" algn="just">
                        <a:lnSpc>
                          <a:spcPct val="125000"/>
                        </a:lnSpc>
                        <a:spcBef>
                          <a:spcPts val="0"/>
                        </a:spcBef>
                        <a:spcAft>
                          <a:spcPts val="0"/>
                        </a:spcAft>
                        <a:buFont typeface="Arial" pitchFamily="34" charset="0"/>
                        <a:buChar char="•"/>
                      </a:pPr>
                      <a:r>
                        <a:rPr lang="en-US" sz="900" kern="100"/>
                        <a:t>Load the parameter file content</a:t>
                      </a:r>
                      <a:r>
                        <a:rPr lang="en-US" sz="900" kern="100" baseline="0"/>
                        <a:t> into memory</a:t>
                      </a:r>
                    </a:p>
                    <a:p>
                      <a:pPr marL="0" marR="0" algn="just">
                        <a:lnSpc>
                          <a:spcPct val="125000"/>
                        </a:lnSpc>
                        <a:spcBef>
                          <a:spcPts val="0"/>
                        </a:spcBef>
                        <a:spcAft>
                          <a:spcPts val="0"/>
                        </a:spcAft>
                        <a:buFont typeface="Arial" pitchFamily="34" charset="0"/>
                        <a:buChar char="•"/>
                      </a:pPr>
                      <a:r>
                        <a:rPr lang="en-US" sz="900" kern="100" baseline="0"/>
                        <a:t>Library can retrieve the parameter buffer from memory without any file I/O afterward</a:t>
                      </a:r>
                      <a:endParaRPr lang="en-US" sz="900" kern="100"/>
                    </a:p>
                    <a:p>
                      <a:pPr marL="0" marR="0" algn="just">
                        <a:lnSpc>
                          <a:spcPct val="125000"/>
                        </a:lnSpc>
                        <a:spcBef>
                          <a:spcPts val="0"/>
                        </a:spcBef>
                        <a:spcAft>
                          <a:spcPts val="0"/>
                        </a:spcAft>
                        <a:buFont typeface="Arial" pitchFamily="34" charset="0"/>
                        <a:buChar char="•"/>
                      </a:pPr>
                      <a:r>
                        <a:rPr lang="en-US" sz="900" kern="100"/>
                        <a:t>Implemented in AP side only, but not in DSP.</a:t>
                      </a:r>
                      <a:endParaRPr lang="en-US" sz="900" kern="100" dirty="0">
                        <a:latin typeface="+mn-lt"/>
                        <a:ea typeface="Arial"/>
                        <a:cs typeface="Times New Roman"/>
                      </a:endParaRPr>
                    </a:p>
                  </a:txBody>
                  <a:tcPr marL="54769" marR="54769" marT="27623" marB="27623" anchor="ctr"/>
                </a:tc>
                <a:extLst>
                  <a:ext uri="{0D108BD9-81ED-4DB2-BD59-A6C34878D82A}">
                    <a16:rowId xmlns:a16="http://schemas.microsoft.com/office/drawing/2014/main" val="10001"/>
                  </a:ext>
                </a:extLst>
              </a:tr>
              <a:tr h="385477">
                <a:tc>
                  <a:txBody>
                    <a:bodyPr/>
                    <a:lstStyle/>
                    <a:p>
                      <a:pPr marL="0" marR="0" algn="just">
                        <a:lnSpc>
                          <a:spcPct val="125000"/>
                        </a:lnSpc>
                        <a:spcBef>
                          <a:spcPts val="0"/>
                        </a:spcBef>
                        <a:spcAft>
                          <a:spcPts val="0"/>
                        </a:spcAft>
                      </a:pPr>
                      <a:r>
                        <a:rPr lang="en-US" sz="900" b="1" kern="100" dirty="0" err="1">
                          <a:solidFill>
                            <a:srgbClr val="FF0000"/>
                          </a:solidFill>
                        </a:rPr>
                        <a:t>arsi_query_param_buf_size_by_custom_info</a:t>
                      </a:r>
                      <a:endParaRPr lang="en-US" sz="900" b="1" kern="100" dirty="0">
                        <a:solidFill>
                          <a:srgbClr val="FF0000"/>
                        </a:solidFill>
                        <a:latin typeface="Calibri"/>
                        <a:ea typeface="Arial"/>
                        <a:cs typeface="Times New Roman"/>
                      </a:endParaRPr>
                    </a:p>
                  </a:txBody>
                  <a:tcPr marL="54769" marR="54769" marT="27623" marB="27623" anchor="ctr"/>
                </a:tc>
                <a:tc>
                  <a:txBody>
                    <a:bodyPr/>
                    <a:lstStyle/>
                    <a:p>
                      <a:pPr marL="0" marR="0" algn="just">
                        <a:lnSpc>
                          <a:spcPct val="125000"/>
                        </a:lnSpc>
                        <a:spcBef>
                          <a:spcPts val="0"/>
                        </a:spcBef>
                        <a:spcAft>
                          <a:spcPts val="0"/>
                        </a:spcAft>
                        <a:buFont typeface="Arial" pitchFamily="34" charset="0"/>
                        <a:buChar char="•"/>
                      </a:pPr>
                      <a:r>
                        <a:rPr lang="en-US" sz="900" kern="100"/>
                        <a:t>Query the buffer size to keep speech enhancement parameters</a:t>
                      </a:r>
                    </a:p>
                    <a:p>
                      <a:pPr marL="0" marR="0" algn="just">
                        <a:lnSpc>
                          <a:spcPct val="125000"/>
                        </a:lnSpc>
                        <a:spcBef>
                          <a:spcPts val="0"/>
                        </a:spcBef>
                        <a:spcAft>
                          <a:spcPts val="0"/>
                        </a:spcAft>
                        <a:buFont typeface="Arial" pitchFamily="34" charset="0"/>
                        <a:buChar char="•"/>
                      </a:pPr>
                      <a:r>
                        <a:rPr lang="en-US" sz="900" kern="100"/>
                        <a:t>Implemented in AP side only</a:t>
                      </a:r>
                      <a:endParaRPr lang="en-US" sz="900" kern="100" dirty="0">
                        <a:latin typeface="Calibri"/>
                        <a:ea typeface="Arial"/>
                        <a:cs typeface="Times New Roman"/>
                      </a:endParaRPr>
                    </a:p>
                  </a:txBody>
                  <a:tcPr marL="54769" marR="54769" marT="27623" marB="27623" anchor="ctr"/>
                </a:tc>
                <a:extLst>
                  <a:ext uri="{0D108BD9-81ED-4DB2-BD59-A6C34878D82A}">
                    <a16:rowId xmlns:a16="http://schemas.microsoft.com/office/drawing/2014/main" val="10002"/>
                  </a:ext>
                </a:extLst>
              </a:tr>
              <a:tr h="399678">
                <a:tc>
                  <a:txBody>
                    <a:bodyPr/>
                    <a:lstStyle/>
                    <a:p>
                      <a:pPr marL="0" marR="0" algn="l">
                        <a:lnSpc>
                          <a:spcPct val="125000"/>
                        </a:lnSpc>
                        <a:spcBef>
                          <a:spcPts val="0"/>
                        </a:spcBef>
                        <a:spcAft>
                          <a:spcPts val="0"/>
                        </a:spcAft>
                      </a:pPr>
                      <a:r>
                        <a:rPr lang="en-US" sz="900" b="1" kern="100">
                          <a:solidFill>
                            <a:srgbClr val="FF0000"/>
                          </a:solidFill>
                        </a:rPr>
                        <a:t>arsi_parsing_param_file_by_custom_info</a:t>
                      </a:r>
                      <a:endParaRPr lang="en-US" sz="900" b="1" kern="100" dirty="0">
                        <a:solidFill>
                          <a:srgbClr val="FF0000"/>
                        </a:solidFill>
                        <a:latin typeface="Calibri"/>
                        <a:ea typeface="Arial"/>
                        <a:cs typeface="Times New Roman"/>
                      </a:endParaRPr>
                    </a:p>
                  </a:txBody>
                  <a:tcPr marL="54769" marR="54769" marT="27623" marB="27623" anchor="ctr"/>
                </a:tc>
                <a:tc>
                  <a:txBody>
                    <a:bodyPr/>
                    <a:lstStyle/>
                    <a:p>
                      <a:pPr marL="0" marR="0" algn="just">
                        <a:lnSpc>
                          <a:spcPct val="125000"/>
                        </a:lnSpc>
                        <a:spcBef>
                          <a:spcPts val="0"/>
                        </a:spcBef>
                        <a:spcAft>
                          <a:spcPts val="0"/>
                        </a:spcAft>
                        <a:buFont typeface="Arial" pitchFamily="34" charset="0"/>
                        <a:buChar char="•"/>
                      </a:pPr>
                      <a:r>
                        <a:rPr lang="en-US" sz="900" kern="100" dirty="0"/>
                        <a:t>Parsing param file to get parameters into </a:t>
                      </a:r>
                      <a:r>
                        <a:rPr lang="en-US" sz="900" kern="100" dirty="0" err="1"/>
                        <a:t>p_param_buf</a:t>
                      </a:r>
                      <a:endParaRPr lang="en-US" sz="900" kern="100" dirty="0"/>
                    </a:p>
                    <a:p>
                      <a:pPr marL="0" marR="0" algn="just">
                        <a:lnSpc>
                          <a:spcPct val="125000"/>
                        </a:lnSpc>
                        <a:spcBef>
                          <a:spcPts val="0"/>
                        </a:spcBef>
                        <a:spcAft>
                          <a:spcPts val="0"/>
                        </a:spcAft>
                        <a:buFont typeface="Arial" pitchFamily="34" charset="0"/>
                        <a:buChar char="•"/>
                      </a:pPr>
                      <a:r>
                        <a:rPr lang="en-US" sz="900" kern="100" dirty="0"/>
                        <a:t>Implemented in AP side only</a:t>
                      </a:r>
                      <a:endParaRPr lang="en-US" sz="900" kern="100" dirty="0">
                        <a:latin typeface="Calibri"/>
                        <a:ea typeface="Arial"/>
                        <a:cs typeface="Times New Roman"/>
                      </a:endParaRPr>
                    </a:p>
                  </a:txBody>
                  <a:tcPr marL="54769" marR="54769" marT="27623" marB="27623" anchor="ctr"/>
                </a:tc>
                <a:extLst>
                  <a:ext uri="{0D108BD9-81ED-4DB2-BD59-A6C34878D82A}">
                    <a16:rowId xmlns:a16="http://schemas.microsoft.com/office/drawing/2014/main" val="10003"/>
                  </a:ext>
                </a:extLst>
              </a:tr>
            </a:tbl>
          </a:graphicData>
        </a:graphic>
      </p:graphicFrame>
      <p:sp>
        <p:nvSpPr>
          <p:cNvPr id="2" name="標題 1"/>
          <p:cNvSpPr>
            <a:spLocks noGrp="1"/>
          </p:cNvSpPr>
          <p:nvPr>
            <p:ph type="title"/>
          </p:nvPr>
        </p:nvSpPr>
        <p:spPr/>
        <p:txBody>
          <a:bodyPr/>
          <a:lstStyle/>
          <a:p>
            <a:r>
              <a:rPr lang="en-US" altLang="zh-TW" dirty="0"/>
              <a:t>[Appendix] </a:t>
            </a:r>
            <a:r>
              <a:rPr lang="en-US" dirty="0"/>
              <a:t>ARSI-PAR APIs</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編號版面配置區 1">
            <a:extLst>
              <a:ext uri="{FF2B5EF4-FFF2-40B4-BE49-F238E27FC236}">
                <a16:creationId xmlns:a16="http://schemas.microsoft.com/office/drawing/2014/main" id="{FFCB8D92-6571-4860-BC4C-6BA46F2A1DAF}"/>
              </a:ext>
            </a:extLst>
          </p:cNvPr>
          <p:cNvSpPr>
            <a:spLocks noGrp="1"/>
          </p:cNvSpPr>
          <p:nvPr>
            <p:ph type="sldNum" sz="quarter" idx="4"/>
          </p:nvPr>
        </p:nvSpPr>
        <p:spPr/>
        <p:txBody>
          <a:bodyPr/>
          <a:lstStyle/>
          <a:p>
            <a:fld id="{0AEF9A4B-07C9-404C-9053-A3A2AC3AD5D6}" type="slidenum">
              <a:rPr lang="en-GB" smtClean="0"/>
              <a:pPr/>
              <a:t>11</a:t>
            </a:fld>
            <a:endParaRPr lang="en-GB" dirty="0"/>
          </a:p>
        </p:txBody>
      </p:sp>
      <p:sp>
        <p:nvSpPr>
          <p:cNvPr id="3" name="內容版面配置區 2">
            <a:extLst>
              <a:ext uri="{FF2B5EF4-FFF2-40B4-BE49-F238E27FC236}">
                <a16:creationId xmlns:a16="http://schemas.microsoft.com/office/drawing/2014/main" id="{AF879B7D-391C-4414-BD64-1B04C4379F20}"/>
              </a:ext>
            </a:extLst>
          </p:cNvPr>
          <p:cNvSpPr>
            <a:spLocks noGrp="1"/>
          </p:cNvSpPr>
          <p:nvPr>
            <p:ph sz="quarter" idx="10"/>
          </p:nvPr>
        </p:nvSpPr>
        <p:spPr/>
        <p:txBody>
          <a:bodyPr vert="horz" lIns="91440" tIns="45720" rIns="91440" bIns="45720" rtlCol="0" anchor="t">
            <a:normAutofit/>
          </a:bodyPr>
          <a:lstStyle/>
          <a:p>
            <a:r>
              <a:rPr lang="en-US" altLang="zh-TW" dirty="0"/>
              <a:t>Find cpp demo lib under </a:t>
            </a:r>
            <a:r>
              <a:rPr lang="en-US" altLang="zh-TW" dirty="0">
                <a:solidFill>
                  <a:srgbClr val="0070C0"/>
                </a:solidFill>
              </a:rPr>
              <a:t>Aurisys package </a:t>
            </a:r>
            <a:r>
              <a:rPr lang="en-US" altLang="zh-TW" dirty="0"/>
              <a:t>or</a:t>
            </a:r>
            <a:r>
              <a:rPr lang="en-US" altLang="zh-TW" dirty="0">
                <a:solidFill>
                  <a:srgbClr val="0070C0"/>
                </a:solidFill>
              </a:rPr>
              <a:t> ALPS codebase</a:t>
            </a:r>
          </a:p>
          <a:p>
            <a:pPr marL="804545" lvl="1" indent="-271145"/>
            <a:r>
              <a:rPr lang="en-US" dirty="0">
                <a:cs typeface="Calibri"/>
              </a:rPr>
              <a:t>Aurisys path: </a:t>
            </a:r>
            <a:r>
              <a:rPr lang="en-US" altLang="zh-TW" dirty="0">
                <a:solidFill>
                  <a:srgbClr val="0070C0"/>
                </a:solidFill>
              </a:rPr>
              <a:t>Aurisys_exe_V1.XXXX.01\DOC\</a:t>
            </a:r>
            <a:r>
              <a:rPr lang="en-US" altLang="zh-TW" dirty="0" err="1">
                <a:solidFill>
                  <a:srgbClr val="0070C0"/>
                </a:solidFill>
              </a:rPr>
              <a:t>adsp_lib_guideline</a:t>
            </a:r>
            <a:r>
              <a:rPr lang="en-US" altLang="zh-TW" dirty="0">
                <a:solidFill>
                  <a:srgbClr val="0070C0"/>
                </a:solidFill>
              </a:rPr>
              <a:t> </a:t>
            </a:r>
            <a:endParaRPr lang="en-US" dirty="0">
              <a:cs typeface="Calibri"/>
            </a:endParaRPr>
          </a:p>
          <a:p>
            <a:pPr marL="804545" lvl="1" indent="-271145"/>
            <a:r>
              <a:rPr lang="en-US" dirty="0">
                <a:cs typeface="Calibri"/>
              </a:rPr>
              <a:t>ALPS path: alps/vendor/mediatek/proprietary/tinysys/common/drivers/audio/aurisys/lib/democpp/</a:t>
            </a:r>
          </a:p>
          <a:p>
            <a:pPr marL="804545" lvl="1"/>
            <a:endParaRPr lang="en-US" altLang="zh-TW" dirty="0">
              <a:solidFill>
                <a:srgbClr val="353630"/>
              </a:solidFill>
              <a:cs typeface="Calibri"/>
            </a:endParaRPr>
          </a:p>
          <a:p>
            <a:pPr marL="271145" indent="-271145">
              <a:buFont typeface="Arial" panose="020F0302020204030204" pitchFamily="34" charset="0"/>
              <a:buChar char="•"/>
            </a:pPr>
            <a:endParaRPr lang="zh-CN" dirty="0">
              <a:latin typeface="Microsoft YaHei"/>
              <a:cs typeface="Calibri"/>
            </a:endParaRPr>
          </a:p>
          <a:p>
            <a:pPr marL="804545" lvl="1"/>
            <a:endParaRPr lang="en-US" altLang="zh-TW" dirty="0">
              <a:cs typeface="Calibri"/>
            </a:endParaRPr>
          </a:p>
        </p:txBody>
      </p:sp>
      <p:sp>
        <p:nvSpPr>
          <p:cNvPr id="4" name="標題 3">
            <a:extLst>
              <a:ext uri="{FF2B5EF4-FFF2-40B4-BE49-F238E27FC236}">
                <a16:creationId xmlns:a16="http://schemas.microsoft.com/office/drawing/2014/main" id="{291CC3D5-448E-480F-AED1-F3F629120436}"/>
              </a:ext>
            </a:extLst>
          </p:cNvPr>
          <p:cNvSpPr>
            <a:spLocks noGrp="1"/>
          </p:cNvSpPr>
          <p:nvPr>
            <p:ph type="title"/>
          </p:nvPr>
        </p:nvSpPr>
        <p:spPr/>
        <p:txBody>
          <a:bodyPr/>
          <a:lstStyle/>
          <a:p>
            <a:r>
              <a:rPr lang="en-US" altLang="zh-TW" dirty="0"/>
              <a:t>C++ Demo Lib</a:t>
            </a:r>
            <a:endParaRPr lang="zh-TW" altLang="en-US" dirty="0"/>
          </a:p>
        </p:txBody>
      </p:sp>
    </p:spTree>
    <p:extLst>
      <p:ext uri="{BB962C8B-B14F-4D97-AF65-F5344CB8AC3E}">
        <p14:creationId xmlns:p14="http://schemas.microsoft.com/office/powerpoint/2010/main" val="21203086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19">
            <a:extLst>
              <a:ext uri="{FF2B5EF4-FFF2-40B4-BE49-F238E27FC236}">
                <a16:creationId xmlns:a16="http://schemas.microsoft.com/office/drawing/2014/main" id="{C4534A0C-3037-48A5-91C3-685E15E2F8D6}"/>
              </a:ext>
            </a:extLst>
          </p:cNvPr>
          <p:cNvSpPr txBox="1"/>
          <p:nvPr/>
        </p:nvSpPr>
        <p:spPr>
          <a:xfrm>
            <a:off x="1632931" y="2377914"/>
            <a:ext cx="4937760" cy="1816608"/>
          </a:xfrm>
          <a:prstGeom prst="rect">
            <a:avLst/>
          </a:prstGeom>
        </p:spPr>
        <p:txBody>
          <a:bodyPr wrap="square" lIns="0" tIns="0" rIns="0" bIns="0" rtlCol="0">
            <a:noAutofit/>
          </a:bodyPr>
          <a:lstStyle/>
          <a:p>
            <a:r>
              <a:rPr lang="en-US" altLang="zh-CN" sz="3200" b="1" dirty="0">
                <a:solidFill>
                  <a:schemeClr val="bg1"/>
                </a:solidFill>
                <a:latin typeface="+mn-lt"/>
                <a:ea typeface="Microsoft YaHei" panose="020B0503020204020204" pitchFamily="34" charset="-122"/>
              </a:rPr>
              <a:t>Thank</a:t>
            </a:r>
            <a:r>
              <a:rPr lang="en-US" altLang="zh-CN" sz="3200" b="1" baseline="0" dirty="0">
                <a:solidFill>
                  <a:schemeClr val="bg1"/>
                </a:solidFill>
                <a:latin typeface="+mn-lt"/>
                <a:ea typeface="Microsoft YaHei" panose="020B0503020204020204" pitchFamily="34" charset="-122"/>
              </a:rPr>
              <a:t> you </a:t>
            </a:r>
            <a:endParaRPr lang="en-US" altLang="zh-TW" sz="3200" b="1" dirty="0">
              <a:solidFill>
                <a:schemeClr val="bg1"/>
              </a:solidFill>
              <a:latin typeface="+mn-lt"/>
              <a:ea typeface="Microsoft YaHei" panose="020B0503020204020204" pitchFamily="34" charset="-122"/>
            </a:endParaRPr>
          </a:p>
          <a:p>
            <a:r>
              <a:rPr lang="en-US" altLang="zh-TW" sz="2000" b="1" dirty="0">
                <a:solidFill>
                  <a:schemeClr val="bg1"/>
                </a:solidFill>
                <a:latin typeface="+mn-lt"/>
                <a:ea typeface="Microsoft YaHei" panose="020B0503020204020204" pitchFamily="34" charset="-122"/>
              </a:rPr>
              <a:t>Question</a:t>
            </a:r>
            <a:r>
              <a:rPr lang="en-US" altLang="zh-TW" sz="2000" b="1" baseline="0" dirty="0">
                <a:solidFill>
                  <a:schemeClr val="bg1"/>
                </a:solidFill>
                <a:latin typeface="+mn-lt"/>
                <a:ea typeface="Microsoft YaHei" panose="020B0503020204020204" pitchFamily="34" charset="-122"/>
              </a:rPr>
              <a:t>s and Discussions</a:t>
            </a:r>
            <a:endParaRPr lang="en-US" altLang="zh-TW" sz="2000" b="1" dirty="0">
              <a:solidFill>
                <a:schemeClr val="bg1"/>
              </a:solidFill>
              <a:latin typeface="+mn-lt"/>
              <a:ea typeface="Microsoft YaHei" panose="020B0503020204020204" pitchFamily="34" charset="-122"/>
            </a:endParaRPr>
          </a:p>
        </p:txBody>
      </p:sp>
    </p:spTree>
    <p:extLst>
      <p:ext uri="{BB962C8B-B14F-4D97-AF65-F5344CB8AC3E}">
        <p14:creationId xmlns:p14="http://schemas.microsoft.com/office/powerpoint/2010/main" val="377083146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4"/>
          </p:nvPr>
        </p:nvSpPr>
        <p:spPr/>
        <p:txBody>
          <a:bodyPr/>
          <a:lstStyle/>
          <a:p>
            <a:fld id="{0AEF9A4B-07C9-404C-9053-A3A2AC3AD5D6}" type="slidenum">
              <a:rPr lang="en-GB" smtClean="0"/>
              <a:pPr/>
              <a:t>13</a:t>
            </a:fld>
            <a:endParaRPr lang="en-GB" dirty="0"/>
          </a:p>
        </p:txBody>
      </p:sp>
      <p:sp>
        <p:nvSpPr>
          <p:cNvPr id="4" name="Rectangle 3"/>
          <p:cNvSpPr/>
          <p:nvPr/>
        </p:nvSpPr>
        <p:spPr>
          <a:xfrm>
            <a:off x="0" y="0"/>
            <a:ext cx="9144000" cy="5143500"/>
          </a:xfrm>
          <a:prstGeom prst="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3827868" y="2385061"/>
            <a:ext cx="1488264" cy="373378"/>
          </a:xfrm>
          <a:prstGeom prst="rect">
            <a:avLst/>
          </a:prstGeom>
        </p:spPr>
      </p:pic>
    </p:spTree>
    <p:extLst>
      <p:ext uri="{BB962C8B-B14F-4D97-AF65-F5344CB8AC3E}">
        <p14:creationId xmlns:p14="http://schemas.microsoft.com/office/powerpoint/2010/main" val="5137564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1_MediaTek">
  <a:themeElements>
    <a:clrScheme name="Mediatek_color">
      <a:dk1>
        <a:srgbClr val="353630"/>
      </a:dk1>
      <a:lt1>
        <a:sysClr val="window" lastClr="FFFFFF"/>
      </a:lt1>
      <a:dk2>
        <a:srgbClr val="9FA4A6"/>
      </a:dk2>
      <a:lt2>
        <a:srgbClr val="FE9B1E"/>
      </a:lt2>
      <a:accent1>
        <a:srgbClr val="FFCA05"/>
      </a:accent1>
      <a:accent2>
        <a:srgbClr val="69BE28"/>
      </a:accent2>
      <a:accent3>
        <a:srgbClr val="00A1DE"/>
      </a:accent3>
      <a:accent4>
        <a:srgbClr val="FF1E3C"/>
      </a:accent4>
      <a:accent5>
        <a:srgbClr val="036639"/>
      </a:accent5>
      <a:accent6>
        <a:srgbClr val="1717A3"/>
      </a:accent6>
      <a:hlink>
        <a:srgbClr val="00A1DE"/>
      </a:hlink>
      <a:folHlink>
        <a:srgbClr val="4472C4"/>
      </a:folHlink>
    </a:clrScheme>
    <a:fontScheme name="Mediatek_Calibri">
      <a:majorFont>
        <a:latin typeface="Calibri"/>
        <a:ea typeface="Microsoft YaHei"/>
        <a:cs typeface=""/>
      </a:majorFont>
      <a:minorFont>
        <a:latin typeface="Calibri"/>
        <a:ea typeface="Microsoft YaHei"/>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bodyPr wrap="none" lIns="0" tIns="0" rIns="0" bIns="0">
        <a:noAutofit/>
      </a:bodyPr>
      <a:lstStyle>
        <a:defPPr>
          <a:defRPr dirty="0" smtClean="0"/>
        </a:defPPr>
      </a:lstStyle>
    </a:txDef>
  </a:objectDefaults>
  <a:extraClrSchemeLst/>
  <a:extLst>
    <a:ext uri="{05A4C25C-085E-4340-85A3-A5531E510DB2}">
      <thm15:themeFamily xmlns:thm15="http://schemas.microsoft.com/office/thememl/2012/main" name="MediaTek_Template" id="{9C6B977F-C0D9-430E-8799-E3053E76E68D}" vid="{914357AE-C0F4-4F70-8B2C-2A5F2B5CA8C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Mediatek_color">
    <a:dk1>
      <a:srgbClr val="353630"/>
    </a:dk1>
    <a:lt1>
      <a:sysClr val="window" lastClr="FFFFFF"/>
    </a:lt1>
    <a:dk2>
      <a:srgbClr val="9FA4A6"/>
    </a:dk2>
    <a:lt2>
      <a:srgbClr val="FE9B1E"/>
    </a:lt2>
    <a:accent1>
      <a:srgbClr val="FFCA05"/>
    </a:accent1>
    <a:accent2>
      <a:srgbClr val="69BE28"/>
    </a:accent2>
    <a:accent3>
      <a:srgbClr val="00A1DE"/>
    </a:accent3>
    <a:accent4>
      <a:srgbClr val="FF1E3C"/>
    </a:accent4>
    <a:accent5>
      <a:srgbClr val="036639"/>
    </a:accent5>
    <a:accent6>
      <a:srgbClr val="1717A3"/>
    </a:accent6>
    <a:hlink>
      <a:srgbClr val="00A1DE"/>
    </a:hlink>
    <a:folHlink>
      <a:srgbClr val="4472C4"/>
    </a:folHlink>
  </a:clrScheme>
</a:themeOverride>
</file>

<file path=ppt/theme/themeOverride2.xml><?xml version="1.0" encoding="utf-8"?>
<a:themeOverride xmlns:a="http://schemas.openxmlformats.org/drawingml/2006/main">
  <a:clrScheme name="Mediatek_color">
    <a:dk1>
      <a:srgbClr val="353630"/>
    </a:dk1>
    <a:lt1>
      <a:sysClr val="window" lastClr="FFFFFF"/>
    </a:lt1>
    <a:dk2>
      <a:srgbClr val="9FA4A6"/>
    </a:dk2>
    <a:lt2>
      <a:srgbClr val="FE9B1E"/>
    </a:lt2>
    <a:accent1>
      <a:srgbClr val="FFCA05"/>
    </a:accent1>
    <a:accent2>
      <a:srgbClr val="69BE28"/>
    </a:accent2>
    <a:accent3>
      <a:srgbClr val="00A1DE"/>
    </a:accent3>
    <a:accent4>
      <a:srgbClr val="FF1E3C"/>
    </a:accent4>
    <a:accent5>
      <a:srgbClr val="036639"/>
    </a:accent5>
    <a:accent6>
      <a:srgbClr val="1717A3"/>
    </a:accent6>
    <a:hlink>
      <a:srgbClr val="00A1DE"/>
    </a:hlink>
    <a:folHlink>
      <a:srgbClr val="4472C4"/>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FC2A53B7DB280546A20112FD2EF61E0F" ma:contentTypeVersion="8" ma:contentTypeDescription="Create a new document." ma:contentTypeScope="" ma:versionID="93dbae95c85826a351b64e5a9c00c7f1">
  <xsd:schema xmlns:xsd="http://www.w3.org/2001/XMLSchema" xmlns:xs="http://www.w3.org/2001/XMLSchema" xmlns:p="http://schemas.microsoft.com/office/2006/metadata/properties" xmlns:ns2="http://schemas.microsoft.com/sharepoint/v4" xmlns:ns3="8b8cf6ce-236f-4713-896e-b4ec346257bb" xmlns:ns4="58b0650e-828d-46c1-af00-111984e5092a" xmlns:ns5="7a58c3ed-4a22-4d08-9ddf-2c2b66cc6605" targetNamespace="http://schemas.microsoft.com/office/2006/metadata/properties" ma:root="true" ma:fieldsID="f8eeb43b36309ba801eb86731cfe2d05" ns2:_="" ns3:_="" ns4:_="" ns5:_="">
    <xsd:import namespace="http://schemas.microsoft.com/sharepoint/v4"/>
    <xsd:import namespace="8b8cf6ce-236f-4713-896e-b4ec346257bb"/>
    <xsd:import namespace="58b0650e-828d-46c1-af00-111984e5092a"/>
    <xsd:import namespace="7a58c3ed-4a22-4d08-9ddf-2c2b66cc6605"/>
    <xsd:element name="properties">
      <xsd:complexType>
        <xsd:sequence>
          <xsd:element name="documentManagement">
            <xsd:complexType>
              <xsd:all>
                <xsd:element ref="ns2:IconOverlay" minOccurs="0"/>
                <xsd:element ref="ns3:SharedWithUsers" minOccurs="0"/>
                <xsd:element ref="ns4:SharedWithDetails" minOccurs="0"/>
                <xsd:element ref="ns5:Sensitivit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4" elementFormDefault="qualified">
    <xsd:import namespace="http://schemas.microsoft.com/office/2006/documentManagement/types"/>
    <xsd:import namespace="http://schemas.microsoft.com/office/infopath/2007/PartnerControls"/>
    <xsd:element name="IconOverlay" ma:index="8" nillable="true" ma:displayName="IconOverlay" ma:hidden="true" ma:internalName="IconOverlay">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8b8cf6ce-236f-4713-896e-b4ec346257bb" elementFormDefault="qualified">
    <xsd:import namespace="http://schemas.microsoft.com/office/2006/documentManagement/types"/>
    <xsd:import namespace="http://schemas.microsoft.com/office/infopath/2007/PartnerControls"/>
    <xsd:element name="SharedWithUsers" ma:index="9"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58b0650e-828d-46c1-af00-111984e5092a" elementFormDefault="qualified">
    <xsd:import namespace="http://schemas.microsoft.com/office/2006/documentManagement/types"/>
    <xsd:import namespace="http://schemas.microsoft.com/office/infopath/2007/PartnerControls"/>
    <xsd:element name="SharedWithDetails" ma:index="10"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7a58c3ed-4a22-4d08-9ddf-2c2b66cc6605" elementFormDefault="qualified">
    <xsd:import namespace="http://schemas.microsoft.com/office/2006/documentManagement/types"/>
    <xsd:import namespace="http://schemas.microsoft.com/office/infopath/2007/PartnerControls"/>
    <xsd:element name="Sensitivity" ma:index="11" nillable="true" ma:displayName="Sensitivity" ma:internalName="Sensitivity">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IconOverlay xmlns="http://schemas.microsoft.com/sharepoint/v4" xsi:nil="true"/>
    <Sensitivity xmlns="7a58c3ed-4a22-4d08-9ddf-2c2b66cc6605">Confidential C/No Encryption</Sensitivity>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729ECA3D-A4D7-4D90-9B17-E714456339B4}"/>
</file>

<file path=customXml/itemProps2.xml><?xml version="1.0" encoding="utf-8"?>
<ds:datastoreItem xmlns:ds="http://schemas.openxmlformats.org/officeDocument/2006/customXml" ds:itemID="{1B290066-2FD5-4238-86DC-2E79CF94F98C}"/>
</file>

<file path=customXml/itemProps3.xml><?xml version="1.0" encoding="utf-8"?>
<ds:datastoreItem xmlns:ds="http://schemas.openxmlformats.org/officeDocument/2006/customXml" ds:itemID="{5045EA8B-AEFD-4CAB-A80B-5A2161D51A87}"/>
</file>

<file path=docProps/app.xml><?xml version="1.0" encoding="utf-8"?>
<Properties xmlns="http://schemas.openxmlformats.org/officeDocument/2006/extended-properties" xmlns:vt="http://schemas.openxmlformats.org/officeDocument/2006/docPropsVTypes">
  <Template>MediaTek_Template</Template>
  <TotalTime>4098</TotalTime>
  <Words>1176</Words>
  <Application>Microsoft Office PowerPoint</Application>
  <PresentationFormat>如螢幕大小 (16:9)</PresentationFormat>
  <Paragraphs>211</Paragraphs>
  <Slides>13</Slides>
  <Notes>7</Notes>
  <HiddenSlides>0</HiddenSlides>
  <MMClips>0</MMClips>
  <ScaleCrop>false</ScaleCrop>
  <HeadingPairs>
    <vt:vector size="6" baseType="variant">
      <vt:variant>
        <vt:lpstr>使用字型</vt:lpstr>
      </vt:variant>
      <vt:variant>
        <vt:i4>7</vt:i4>
      </vt:variant>
      <vt:variant>
        <vt:lpstr>佈景主題</vt:lpstr>
      </vt:variant>
      <vt:variant>
        <vt:i4>1</vt:i4>
      </vt:variant>
      <vt:variant>
        <vt:lpstr>投影片標題</vt:lpstr>
      </vt:variant>
      <vt:variant>
        <vt:i4>13</vt:i4>
      </vt:variant>
    </vt:vector>
  </HeadingPairs>
  <TitlesOfParts>
    <vt:vector size="21" baseType="lpstr">
      <vt:lpstr>Microsoft YaHei</vt:lpstr>
      <vt:lpstr>Riona Sans Regular</vt:lpstr>
      <vt:lpstr>Arial</vt:lpstr>
      <vt:lpstr>Calibri</vt:lpstr>
      <vt:lpstr>Calibri Light</vt:lpstr>
      <vt:lpstr>Cambria</vt:lpstr>
      <vt:lpstr>Wingdings</vt:lpstr>
      <vt:lpstr>1_MediaTek</vt:lpstr>
      <vt:lpstr>PowerPoint 簡報</vt:lpstr>
      <vt:lpstr>Outline</vt:lpstr>
      <vt:lpstr>Flow</vt:lpstr>
      <vt:lpstr>Local build C++ lib – Environment Settings</vt:lpstr>
      <vt:lpstr>Local build C++ lib – Command &amp; Output</vt:lpstr>
      <vt:lpstr>How-to build-in in ADSP image</vt:lpstr>
      <vt:lpstr>Add library to scenario</vt:lpstr>
      <vt:lpstr>Limitation and notes</vt:lpstr>
      <vt:lpstr>[Appendix] ARSI-PROC APIs</vt:lpstr>
      <vt:lpstr>[Appendix] ARSI-PAR APIs</vt:lpstr>
      <vt:lpstr>C++ Demo Lib</vt:lpstr>
      <vt:lpstr>PowerPoint 簡報</vt:lpstr>
      <vt:lpstr>PowerPoint 簡報</vt:lpstr>
    </vt:vector>
  </TitlesOfParts>
  <Company>MediaTek Inc.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Yuying Lin (林雨瑩)</dc:creator>
  <cp:keywords/>
  <cp:lastModifiedBy>Yuying Lin (林雨瑩)</cp:lastModifiedBy>
  <cp:revision>78</cp:revision>
  <dcterms:created xsi:type="dcterms:W3CDTF">2023-06-12T08:19:27Z</dcterms:created>
  <dcterms:modified xsi:type="dcterms:W3CDTF">2023-06-27T08:45:55Z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0x010100FC2A53B7DB280546A20112FD2EF61E0F</vt:lpwstr>
  </property>
  <property fmtid="{D5CDD505-2E9C-101B-9397-08002B2CF9AE}" pid="3" name="ExpireDate">
    <vt:lpwstr>Permanent</vt:lpwstr>
  </property>
  <property fmtid="{D5CDD505-2E9C-101B-9397-08002B2CF9AE}" pid="4" name="Publisher">
    <vt:lpwstr>Carmen Kuo (郭建伶)</vt:lpwstr>
  </property>
  <property fmtid="{D5CDD505-2E9C-101B-9397-08002B2CF9AE}" pid="5" name="MSIP_Label_70e9e632-9c24-4e48-b9cc-72066e7cfd15_Enabled">
    <vt:lpwstr>true</vt:lpwstr>
  </property>
  <property fmtid="{D5CDD505-2E9C-101B-9397-08002B2CF9AE}" pid="6" name="MSIP_Label_70e9e632-9c24-4e48-b9cc-72066e7cfd15_SetDate">
    <vt:lpwstr>2023-06-27T08:45:55Z</vt:lpwstr>
  </property>
  <property fmtid="{D5CDD505-2E9C-101B-9397-08002B2CF9AE}" pid="7" name="MSIP_Label_70e9e632-9c24-4e48-b9cc-72066e7cfd15_Method">
    <vt:lpwstr>Privileged</vt:lpwstr>
  </property>
  <property fmtid="{D5CDD505-2E9C-101B-9397-08002B2CF9AE}" pid="8" name="MSIP_Label_70e9e632-9c24-4e48-b9cc-72066e7cfd15_Name">
    <vt:lpwstr>MTK_Confidential_C_Normal</vt:lpwstr>
  </property>
  <property fmtid="{D5CDD505-2E9C-101B-9397-08002B2CF9AE}" pid="9" name="MSIP_Label_70e9e632-9c24-4e48-b9cc-72066e7cfd15_SiteId">
    <vt:lpwstr>a7687ede-7a6b-4ef6-bace-642f677fbe31</vt:lpwstr>
  </property>
  <property fmtid="{D5CDD505-2E9C-101B-9397-08002B2CF9AE}" pid="10" name="MSIP_Label_70e9e632-9c24-4e48-b9cc-72066e7cfd15_ActionId">
    <vt:lpwstr>3c6acfb6-1325-432a-94c0-0c7a1c09bbc5</vt:lpwstr>
  </property>
  <property fmtid="{D5CDD505-2E9C-101B-9397-08002B2CF9AE}" pid="11" name="MSIP_Label_70e9e632-9c24-4e48-b9cc-72066e7cfd15_ContentBits">
    <vt:lpwstr>1</vt:lpwstr>
  </property>
</Properties>
</file>