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5.xml" ContentType="application/vnd.openxmlformats-officedocument.theme+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4"/>
    <p:sldMasterId id="2147483685" r:id="rId5"/>
    <p:sldMasterId id="2147483698" r:id="rId6"/>
    <p:sldMasterId id="2147483711" r:id="rId7"/>
    <p:sldMasterId id="2147483724" r:id="rId8"/>
    <p:sldMasterId id="2147483737" r:id="rId9"/>
  </p:sldMasterIdLst>
  <p:notesMasterIdLst>
    <p:notesMasterId r:id="rId34"/>
  </p:notesMasterIdLst>
  <p:sldIdLst>
    <p:sldId id="256" r:id="rId10"/>
    <p:sldId id="257" r:id="rId11"/>
    <p:sldId id="258" r:id="rId12"/>
    <p:sldId id="272" r:id="rId13"/>
    <p:sldId id="262" r:id="rId14"/>
    <p:sldId id="265" r:id="rId15"/>
    <p:sldId id="276" r:id="rId16"/>
    <p:sldId id="277" r:id="rId17"/>
    <p:sldId id="278" r:id="rId18"/>
    <p:sldId id="274" r:id="rId19"/>
    <p:sldId id="266" r:id="rId20"/>
    <p:sldId id="280" r:id="rId21"/>
    <p:sldId id="279" r:id="rId22"/>
    <p:sldId id="281" r:id="rId23"/>
    <p:sldId id="282" r:id="rId24"/>
    <p:sldId id="283" r:id="rId25"/>
    <p:sldId id="289" r:id="rId26"/>
    <p:sldId id="290" r:id="rId27"/>
    <p:sldId id="285" r:id="rId28"/>
    <p:sldId id="286" r:id="rId29"/>
    <p:sldId id="287" r:id="rId30"/>
    <p:sldId id="263" r:id="rId31"/>
    <p:sldId id="270" r:id="rId32"/>
    <p:sldId id="271" r:id="rId3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佈景主題樣式 1 - 輔色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853" autoAdjust="0"/>
  </p:normalViewPr>
  <p:slideViewPr>
    <p:cSldViewPr>
      <p:cViewPr varScale="1">
        <p:scale>
          <a:sx n="105" d="100"/>
          <a:sy n="105" d="100"/>
        </p:scale>
        <p:origin x="1794" y="1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4.xml"/><Relationship Id="rId18" Type="http://schemas.openxmlformats.org/officeDocument/2006/relationships/slide" Target="slides/slide9.xml"/><Relationship Id="rId26" Type="http://schemas.openxmlformats.org/officeDocument/2006/relationships/slide" Target="slides/slide17.xml"/><Relationship Id="rId21" Type="http://schemas.openxmlformats.org/officeDocument/2006/relationships/slide" Target="slides/slide12.xml"/><Relationship Id="rId34" Type="http://schemas.openxmlformats.org/officeDocument/2006/relationships/notesMaster" Target="notesMasters/notesMaster1.xml"/><Relationship Id="rId7" Type="http://schemas.openxmlformats.org/officeDocument/2006/relationships/slideMaster" Target="slideMasters/slideMaster4.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7.xml"/><Relationship Id="rId20" Type="http://schemas.openxmlformats.org/officeDocument/2006/relationships/slide" Target="slides/slide11.xml"/><Relationship Id="rId29" Type="http://schemas.openxmlformats.org/officeDocument/2006/relationships/slide" Target="slides/slide20.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2.xml"/><Relationship Id="rId24" Type="http://schemas.openxmlformats.org/officeDocument/2006/relationships/slide" Target="slides/slide15.xml"/><Relationship Id="rId32" Type="http://schemas.openxmlformats.org/officeDocument/2006/relationships/slide" Target="slides/slide23.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31" Type="http://schemas.openxmlformats.org/officeDocument/2006/relationships/slide" Target="slides/slide22.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F2B86A-5C39-43EB-84D4-AC23A19426C5}" type="datetimeFigureOut">
              <a:rPr lang="en-US" smtClean="0"/>
              <a:pPr/>
              <a:t>3/13/2024</a:t>
            </a:fld>
            <a:endParaRPr 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49DA7D8-825A-4484-9884-1B52EB1E0F8A}" type="slidenum">
              <a:rPr lang="en-US" smtClean="0"/>
              <a:pPr/>
              <a:t>‹#›</a:t>
            </a:fld>
            <a:endParaRPr lang="en-US"/>
          </a:p>
        </p:txBody>
      </p:sp>
    </p:spTree>
    <p:extLst>
      <p:ext uri="{BB962C8B-B14F-4D97-AF65-F5344CB8AC3E}">
        <p14:creationId xmlns:p14="http://schemas.microsoft.com/office/powerpoint/2010/main" val="9622747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 is JH, MTK audio software </a:t>
            </a:r>
            <a:r>
              <a:rPr lang="en-US" dirty="0" err="1"/>
              <a:t>enginer</a:t>
            </a:r>
            <a:r>
              <a:rPr lang="en-US" dirty="0"/>
              <a:t>,</a:t>
            </a:r>
          </a:p>
          <a:p>
            <a:r>
              <a:rPr lang="en-US" dirty="0"/>
              <a:t>I'll give you a brief of </a:t>
            </a:r>
            <a:r>
              <a:rPr lang="en-US" dirty="0" err="1"/>
              <a:t>auriys</a:t>
            </a:r>
            <a:r>
              <a:rPr lang="en-US" dirty="0"/>
              <a:t> introduction</a:t>
            </a:r>
          </a:p>
          <a:p>
            <a:r>
              <a:rPr lang="en-US" dirty="0"/>
              <a:t>If you</a:t>
            </a:r>
            <a:r>
              <a:rPr lang="en-US" baseline="0" dirty="0"/>
              <a:t> have any questions, feel free to interrupt.</a:t>
            </a:r>
            <a:endParaRPr lang="en-US" dirty="0"/>
          </a:p>
          <a:p>
            <a:endParaRPr lang="en-US"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1</a:t>
            </a:fld>
            <a:endParaRPr lang="en-US"/>
          </a:p>
        </p:txBody>
      </p:sp>
    </p:spTree>
    <p:extLst>
      <p:ext uri="{BB962C8B-B14F-4D97-AF65-F5344CB8AC3E}">
        <p14:creationId xmlns:p14="http://schemas.microsoft.com/office/powerpoint/2010/main" val="1176791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 is agenda,</a:t>
            </a:r>
          </a:p>
          <a:p>
            <a:r>
              <a:rPr lang="en-US" dirty="0"/>
              <a:t>I’ve </a:t>
            </a:r>
            <a:r>
              <a:rPr lang="en-US" dirty="0" err="1"/>
              <a:t>divied</a:t>
            </a:r>
            <a:r>
              <a:rPr lang="en-US" dirty="0"/>
              <a:t> my presentation into six</a:t>
            </a:r>
            <a:r>
              <a:rPr lang="en-US" baseline="0" dirty="0"/>
              <a:t> part.</a:t>
            </a:r>
          </a:p>
          <a:p>
            <a:endParaRPr lang="en-US" dirty="0"/>
          </a:p>
          <a:p>
            <a:r>
              <a:rPr lang="en-US" dirty="0"/>
              <a:t>First is introduction</a:t>
            </a:r>
          </a:p>
          <a:p>
            <a:r>
              <a:rPr lang="en-US" dirty="0"/>
              <a:t>Second is introduce the </a:t>
            </a:r>
            <a:r>
              <a:rPr lang="en-US" dirty="0" err="1"/>
              <a:t>aurisys</a:t>
            </a:r>
            <a:r>
              <a:rPr lang="en-US" dirty="0"/>
              <a:t> software interface</a:t>
            </a:r>
          </a:p>
          <a:p>
            <a:r>
              <a:rPr lang="en-US" dirty="0"/>
              <a:t>3rd is system level </a:t>
            </a:r>
            <a:r>
              <a:rPr lang="en-US" dirty="0" err="1"/>
              <a:t>auryss</a:t>
            </a:r>
            <a:r>
              <a:rPr lang="en-US" dirty="0"/>
              <a:t> structure</a:t>
            </a:r>
          </a:p>
          <a:p>
            <a:r>
              <a:rPr lang="en-US" dirty="0"/>
              <a:t>Following are the tuning </a:t>
            </a:r>
            <a:r>
              <a:rPr lang="en-US" dirty="0" err="1"/>
              <a:t>architecture、Debug、lib</a:t>
            </a:r>
            <a:r>
              <a:rPr lang="en-US" dirty="0"/>
              <a:t> verifier</a:t>
            </a:r>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2</a:t>
            </a:fld>
            <a:endParaRPr lang="en-US"/>
          </a:p>
        </p:txBody>
      </p:sp>
    </p:spTree>
    <p:extLst>
      <p:ext uri="{BB962C8B-B14F-4D97-AF65-F5344CB8AC3E}">
        <p14:creationId xmlns:p14="http://schemas.microsoft.com/office/powerpoint/2010/main" val="333485295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err="1"/>
              <a:t>Aurisys</a:t>
            </a:r>
            <a:r>
              <a:rPr lang="en-US" dirty="0"/>
              <a:t> is a framework … (</a:t>
            </a:r>
            <a:r>
              <a:rPr lang="zh-TW" altLang="en-US" dirty="0"/>
              <a:t>照念</a:t>
            </a:r>
            <a:r>
              <a:rPr lang="en-US" dirty="0"/>
              <a:t>)</a:t>
            </a:r>
          </a:p>
          <a:p>
            <a:r>
              <a:rPr lang="en-US" dirty="0"/>
              <a:t>For example:</a:t>
            </a:r>
          </a:p>
          <a:p>
            <a:r>
              <a:rPr lang="en-US" dirty="0"/>
              <a:t>If</a:t>
            </a:r>
            <a:r>
              <a:rPr lang="en-US" baseline="0" dirty="0"/>
              <a:t> your processing library source is not platform instruction dependent,</a:t>
            </a:r>
          </a:p>
          <a:p>
            <a:endParaRPr lang="en-US" baseline="0" dirty="0"/>
          </a:p>
          <a:p>
            <a:r>
              <a:rPr lang="en-US" baseline="0" dirty="0"/>
              <a:t>It can be compiled to </a:t>
            </a:r>
            <a:r>
              <a:rPr lang="en-US" baseline="0" dirty="0" err="1"/>
              <a:t>differnet</a:t>
            </a:r>
            <a:r>
              <a:rPr lang="en-US" baseline="0" dirty="0"/>
              <a:t> library for AP/MCU/DSP.</a:t>
            </a:r>
          </a:p>
          <a:p>
            <a:r>
              <a:rPr lang="en-US" baseline="0" dirty="0"/>
              <a:t>These library can be executed in different processor without modification.</a:t>
            </a:r>
          </a:p>
          <a:p>
            <a:r>
              <a:rPr lang="en-US" baseline="0" dirty="0"/>
              <a:t>It’s our goal of </a:t>
            </a:r>
            <a:r>
              <a:rPr lang="en-US" baseline="0" dirty="0" err="1"/>
              <a:t>aurisys</a:t>
            </a:r>
            <a:r>
              <a:rPr lang="en-US" baseline="0" dirty="0"/>
              <a:t> framework’</a:t>
            </a:r>
            <a:endParaRPr lang="en-US"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3</a:t>
            </a:fld>
            <a:endParaRPr lang="en-US"/>
          </a:p>
        </p:txBody>
      </p:sp>
    </p:spTree>
    <p:extLst>
      <p:ext uri="{BB962C8B-B14F-4D97-AF65-F5344CB8AC3E}">
        <p14:creationId xmlns:p14="http://schemas.microsoft.com/office/powerpoint/2010/main" val="26266228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 page is used to show the </a:t>
            </a:r>
            <a:r>
              <a:rPr lang="en-US" dirty="0" err="1"/>
              <a:t>aurisys</a:t>
            </a:r>
            <a:r>
              <a:rPr lang="en-US" dirty="0"/>
              <a:t> architecture.</a:t>
            </a:r>
          </a:p>
          <a:p>
            <a:r>
              <a:rPr lang="en-US" dirty="0"/>
              <a:t>The</a:t>
            </a:r>
            <a:r>
              <a:rPr lang="en-US" baseline="0" dirty="0"/>
              <a:t> </a:t>
            </a:r>
            <a:r>
              <a:rPr lang="en-US" baseline="0" dirty="0" err="1"/>
              <a:t>aurisys</a:t>
            </a:r>
            <a:r>
              <a:rPr lang="en-US" baseline="0" dirty="0"/>
              <a:t> framework can</a:t>
            </a:r>
          </a:p>
          <a:p>
            <a:pPr marL="228600" indent="-228600">
              <a:buAutoNum type="arabicPeriod"/>
            </a:pPr>
            <a:r>
              <a:rPr lang="en-US" baseline="0" dirty="0"/>
              <a:t>… for example: , library don’t need to know it’s </a:t>
            </a:r>
            <a:r>
              <a:rPr lang="en-US" baseline="0" dirty="0" err="1"/>
              <a:t>runing</a:t>
            </a:r>
            <a:r>
              <a:rPr lang="en-US" baseline="0" dirty="0"/>
              <a:t> on which environment</a:t>
            </a:r>
          </a:p>
          <a:p>
            <a:pPr marL="228600" indent="-228600">
              <a:buAutoNum type="arabicPeriod"/>
            </a:pPr>
            <a:r>
              <a:rPr lang="en-US" baseline="0" dirty="0"/>
              <a:t>… library may only support 48000 </a:t>
            </a:r>
            <a:r>
              <a:rPr lang="en-US" baseline="0" dirty="0" err="1"/>
              <a:t>thoudsands</a:t>
            </a:r>
            <a:r>
              <a:rPr lang="en-US" baseline="0" dirty="0"/>
              <a:t> </a:t>
            </a:r>
            <a:r>
              <a:rPr lang="en-US" altLang="zh-TW" baseline="0" dirty="0"/>
              <a:t>Hz </a:t>
            </a:r>
            <a:r>
              <a:rPr lang="en-US" baseline="0" dirty="0"/>
              <a:t>sample rate and sixteen bit format, </a:t>
            </a:r>
            <a:r>
              <a:rPr lang="en-US" baseline="0" dirty="0" err="1"/>
              <a:t>aurisy</a:t>
            </a:r>
            <a:r>
              <a:rPr lang="en-US" baseline="0" dirty="0"/>
              <a:t> framework can handle the </a:t>
            </a:r>
            <a:r>
              <a:rPr lang="en-US" baseline="0" dirty="0" err="1"/>
              <a:t>pcm</a:t>
            </a:r>
            <a:r>
              <a:rPr lang="en-US" baseline="0" dirty="0"/>
              <a:t> data format transformation</a:t>
            </a:r>
          </a:p>
          <a:p>
            <a:pPr marL="228600" indent="-228600">
              <a:buAutoNum type="arabicPeriod"/>
            </a:pPr>
            <a:r>
              <a:rPr lang="en-US" baseline="0" dirty="0"/>
              <a:t>… </a:t>
            </a:r>
            <a:r>
              <a:rPr lang="en-US" baseline="0" dirty="0" err="1"/>
              <a:t>Auris</a:t>
            </a:r>
            <a:endParaRPr lang="en-US" baseline="0" dirty="0"/>
          </a:p>
          <a:p>
            <a:pPr marL="228600" indent="-228600">
              <a:buAutoNum type="arabicPeriod"/>
            </a:pPr>
            <a:endParaRPr lang="en-US" baseline="0" dirty="0"/>
          </a:p>
          <a:p>
            <a:pPr marL="228600" indent="-228600">
              <a:buNone/>
            </a:pPr>
            <a:r>
              <a:rPr lang="en-US" baseline="0" dirty="0"/>
              <a:t>The ARSI is the abbreviation of “</a:t>
            </a:r>
            <a:r>
              <a:rPr lang="en-US" baseline="0" dirty="0" err="1"/>
              <a:t>aurisys</a:t>
            </a:r>
            <a:r>
              <a:rPr lang="en-US" baseline="0" dirty="0"/>
              <a:t> software interface”, it include two type API.  </a:t>
            </a:r>
          </a:p>
          <a:p>
            <a:pPr marL="228600" indent="-228600">
              <a:buAutoNum type="arabicPeriod"/>
            </a:pPr>
            <a:r>
              <a:rPr lang="en-US" baseline="0" dirty="0"/>
              <a:t>The first type of API is ARSI-PROC: it’s </a:t>
            </a:r>
            <a:r>
              <a:rPr lang="en-US" baseline="0" dirty="0" err="1"/>
              <a:t>aurisys</a:t>
            </a:r>
            <a:r>
              <a:rPr lang="en-US" baseline="0" dirty="0"/>
              <a:t> software interface for sound processing</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r>
              <a:rPr lang="en-US" baseline="0" dirty="0"/>
              <a:t>The </a:t>
            </a:r>
            <a:r>
              <a:rPr lang="en-US" baseline="0" dirty="0" err="1"/>
              <a:t>secon</a:t>
            </a:r>
            <a:r>
              <a:rPr lang="en-US" baseline="0" dirty="0"/>
              <a:t> type of API is ARSI-PAR: it’s </a:t>
            </a:r>
            <a:r>
              <a:rPr lang="en-US" baseline="0" dirty="0" err="1"/>
              <a:t>aurisys</a:t>
            </a:r>
            <a:r>
              <a:rPr lang="en-US" baseline="0" dirty="0"/>
              <a:t> software </a:t>
            </a:r>
            <a:r>
              <a:rPr lang="en-US" baseline="0" dirty="0" err="1"/>
              <a:t>itnerface</a:t>
            </a:r>
            <a:r>
              <a:rPr lang="en-US" baseline="0" dirty="0"/>
              <a:t> for parameter parsing.</a:t>
            </a:r>
          </a:p>
          <a:p>
            <a:pPr marL="228600" marR="0" indent="-228600" algn="l" defTabSz="914400" rtl="0" eaLnBrk="1" fontAlgn="auto" latinLnBrk="0" hangingPunct="1">
              <a:lnSpc>
                <a:spcPct val="100000"/>
              </a:lnSpc>
              <a:spcBef>
                <a:spcPts val="0"/>
              </a:spcBef>
              <a:spcAft>
                <a:spcPts val="0"/>
              </a:spcAft>
              <a:buClrTx/>
              <a:buSzTx/>
              <a:buFontTx/>
              <a:buAutoNum type="arabicPeriod"/>
              <a:tabLst/>
              <a:defRPr/>
            </a:pPr>
            <a:endParaRPr lang="en-US" baseline="0" dirty="0"/>
          </a:p>
          <a:p>
            <a:pPr marL="228600" marR="0" indent="-228600" algn="l" defTabSz="914400" rtl="0" eaLnBrk="1" fontAlgn="auto" latinLnBrk="0" hangingPunct="1">
              <a:lnSpc>
                <a:spcPct val="100000"/>
              </a:lnSpc>
              <a:spcBef>
                <a:spcPts val="0"/>
              </a:spcBef>
              <a:spcAft>
                <a:spcPts val="0"/>
              </a:spcAft>
              <a:buClrTx/>
              <a:buSzTx/>
              <a:buFontTx/>
              <a:buNone/>
              <a:tabLst/>
              <a:defRPr/>
            </a:pPr>
            <a:r>
              <a:rPr lang="en-US" baseline="0" dirty="0" err="1"/>
              <a:t>Aurisys</a:t>
            </a:r>
            <a:r>
              <a:rPr lang="en-US" baseline="0" dirty="0"/>
              <a:t> framework can read the aurisys_config.xml to know  the </a:t>
            </a:r>
            <a:r>
              <a:rPr lang="en-US" baseline="0" dirty="0" err="1"/>
              <a:t>aurisys</a:t>
            </a:r>
            <a:r>
              <a:rPr lang="en-US" baseline="0" dirty="0"/>
              <a:t> library’s </a:t>
            </a:r>
            <a:r>
              <a:rPr lang="en-US" baseline="0" dirty="0" err="1"/>
              <a:t>capabality</a:t>
            </a:r>
            <a:r>
              <a:rPr lang="en-US" baseline="0" dirty="0"/>
              <a:t>. (ex</a:t>
            </a:r>
            <a:r>
              <a:rPr lang="en-US" altLang="zh-TW" baseline="0" dirty="0"/>
              <a:t>:</a:t>
            </a:r>
            <a:r>
              <a:rPr lang="zh-TW" altLang="en-US" baseline="0" dirty="0"/>
              <a:t> </a:t>
            </a:r>
            <a:r>
              <a:rPr lang="en-US" altLang="zh-TW" baseline="0" dirty="0"/>
              <a:t>bit </a:t>
            </a:r>
            <a:r>
              <a:rPr lang="en-US" altLang="zh-TW" baseline="0" dirty="0" err="1"/>
              <a:t>foramt</a:t>
            </a:r>
            <a:r>
              <a:rPr lang="en-US" altLang="zh-TW" baseline="0" dirty="0"/>
              <a:t>/sample rate </a:t>
            </a:r>
            <a:r>
              <a:rPr lang="en-US" altLang="zh-TW" baseline="0" dirty="0" err="1"/>
              <a:t>suprot</a:t>
            </a:r>
            <a:r>
              <a:rPr lang="en-US" altLang="zh-TW" baseline="0" dirty="0"/>
              <a:t> and so on</a:t>
            </a:r>
            <a:r>
              <a:rPr lang="en-US" baseline="0" dirty="0"/>
              <a:t>)</a:t>
            </a:r>
          </a:p>
          <a:p>
            <a:pPr marL="228600" marR="0" indent="-228600" algn="l" defTabSz="914400" rtl="0" eaLnBrk="1" fontAlgn="auto" latinLnBrk="0" hangingPunct="1">
              <a:lnSpc>
                <a:spcPct val="100000"/>
              </a:lnSpc>
              <a:spcBef>
                <a:spcPts val="0"/>
              </a:spcBef>
              <a:spcAft>
                <a:spcPts val="0"/>
              </a:spcAft>
              <a:buClrTx/>
              <a:buSzTx/>
              <a:buFontTx/>
              <a:buNone/>
              <a:tabLst/>
              <a:defRPr/>
            </a:pPr>
            <a:r>
              <a:rPr lang="en-US" baseline="0" dirty="0"/>
              <a:t>And </a:t>
            </a:r>
            <a:r>
              <a:rPr lang="en-US" baseline="0" dirty="0" err="1"/>
              <a:t>aurisys</a:t>
            </a:r>
            <a:r>
              <a:rPr lang="en-US" baseline="0" dirty="0"/>
              <a:t> framework can control the </a:t>
            </a:r>
            <a:r>
              <a:rPr lang="en-US" baseline="0" dirty="0" err="1"/>
              <a:t>aurisys</a:t>
            </a:r>
            <a:r>
              <a:rPr lang="en-US" baseline="0" dirty="0"/>
              <a:t> library through </a:t>
            </a:r>
            <a:r>
              <a:rPr lang="en-US" altLang="zh-TW" baseline="0" dirty="0"/>
              <a:t>ARSI-PROC call &amp; ARSI-PAR call</a:t>
            </a:r>
            <a:endParaRPr lang="en-US" baseline="0" dirty="0"/>
          </a:p>
          <a:p>
            <a:pPr marL="228600" marR="0" indent="-228600" algn="l" defTabSz="914400" rtl="0" eaLnBrk="1" fontAlgn="auto" latinLnBrk="0" hangingPunct="1">
              <a:lnSpc>
                <a:spcPct val="100000"/>
              </a:lnSpc>
              <a:spcBef>
                <a:spcPts val="0"/>
              </a:spcBef>
              <a:spcAft>
                <a:spcPts val="0"/>
              </a:spcAft>
              <a:buClrTx/>
              <a:buSzTx/>
              <a:buFontTx/>
              <a:buNone/>
              <a:tabLst/>
              <a:defRPr/>
            </a:pPr>
            <a:endParaRPr lang="en-US" baseline="0" dirty="0"/>
          </a:p>
          <a:p>
            <a:pPr marL="228600" indent="-228600">
              <a:buAutoNum type="arabicPeriod"/>
            </a:pPr>
            <a:endParaRPr lang="en-US" baseline="0" dirty="0"/>
          </a:p>
          <a:p>
            <a:pPr marL="228600" indent="-228600">
              <a:buAutoNum type="arabicPeriod"/>
            </a:pPr>
            <a:endParaRPr lang="en-US" baseline="0"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4</a:t>
            </a:fld>
            <a:endParaRPr lang="en-US"/>
          </a:p>
        </p:txBody>
      </p:sp>
    </p:spTree>
    <p:extLst>
      <p:ext uri="{BB962C8B-B14F-4D97-AF65-F5344CB8AC3E}">
        <p14:creationId xmlns:p14="http://schemas.microsoft.com/office/powerpoint/2010/main" val="42115845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It’s</a:t>
            </a:r>
            <a:r>
              <a:rPr lang="en-US" baseline="0" dirty="0"/>
              <a:t> system level </a:t>
            </a:r>
            <a:r>
              <a:rPr lang="en-US" baseline="0" dirty="0" err="1"/>
              <a:t>aurisys</a:t>
            </a:r>
            <a:r>
              <a:rPr lang="en-US" baseline="0" dirty="0"/>
              <a:t> structure.</a:t>
            </a:r>
          </a:p>
          <a:p>
            <a:r>
              <a:rPr lang="en-US" baseline="0" dirty="0"/>
              <a:t>MTK will provide the AP side &amp; DSP side </a:t>
            </a:r>
            <a:r>
              <a:rPr lang="en-US" baseline="0" dirty="0" err="1"/>
              <a:t>aurisys</a:t>
            </a:r>
            <a:r>
              <a:rPr lang="en-US" baseline="0" dirty="0"/>
              <a:t> framework,</a:t>
            </a:r>
          </a:p>
          <a:p>
            <a:r>
              <a:rPr lang="en-US" baseline="0" dirty="0"/>
              <a:t>Therefore, vendor’s </a:t>
            </a:r>
            <a:r>
              <a:rPr lang="en-US" baseline="0" dirty="0" err="1"/>
              <a:t>aurisys</a:t>
            </a:r>
            <a:r>
              <a:rPr lang="en-US" baseline="0" dirty="0"/>
              <a:t> library can </a:t>
            </a:r>
            <a:r>
              <a:rPr lang="en-US" baseline="0" dirty="0" err="1"/>
              <a:t>runing</a:t>
            </a:r>
            <a:r>
              <a:rPr lang="en-US" baseline="0" dirty="0"/>
              <a:t> on AP &amp; DSP &amp; Modem without much modification.</a:t>
            </a:r>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5</a:t>
            </a:fld>
            <a:endParaRPr lang="en-US"/>
          </a:p>
        </p:txBody>
      </p:sp>
    </p:spTree>
    <p:extLst>
      <p:ext uri="{BB962C8B-B14F-4D97-AF65-F5344CB8AC3E}">
        <p14:creationId xmlns:p14="http://schemas.microsoft.com/office/powerpoint/2010/main" val="8070920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For the tuning</a:t>
            </a:r>
            <a:r>
              <a:rPr lang="en-US" baseline="0" dirty="0"/>
              <a:t> architecture,</a:t>
            </a:r>
          </a:p>
          <a:p>
            <a:r>
              <a:rPr lang="en-US" baseline="0" dirty="0"/>
              <a:t>MTK provide the </a:t>
            </a:r>
            <a:r>
              <a:rPr lang="en-US" baseline="0" dirty="0" err="1"/>
              <a:t>adb</a:t>
            </a:r>
            <a:r>
              <a:rPr lang="en-US" baseline="0" dirty="0"/>
              <a:t> interface which can communicate with vendor’s </a:t>
            </a:r>
            <a:r>
              <a:rPr lang="en-US" baseline="0" dirty="0" err="1"/>
              <a:t>aurisys</a:t>
            </a:r>
            <a:r>
              <a:rPr lang="en-US" baseline="0" dirty="0"/>
              <a:t> library.</a:t>
            </a:r>
          </a:p>
          <a:p>
            <a:r>
              <a:rPr lang="en-US" baseline="0" dirty="0"/>
              <a:t>If vendor want to do the parameter tuning.</a:t>
            </a:r>
          </a:p>
          <a:p>
            <a:r>
              <a:rPr lang="en-US" dirty="0"/>
              <a:t>1. Vendor</a:t>
            </a:r>
            <a:r>
              <a:rPr lang="en-US" baseline="0" dirty="0"/>
              <a:t> can push vendor’s parameter file to device to update the parameter</a:t>
            </a:r>
          </a:p>
          <a:p>
            <a:r>
              <a:rPr lang="en-US" baseline="0" dirty="0"/>
              <a:t>2. And using </a:t>
            </a:r>
            <a:r>
              <a:rPr lang="en-US" baseline="0" dirty="0" err="1"/>
              <a:t>adb</a:t>
            </a:r>
            <a:r>
              <a:rPr lang="en-US" baseline="0" dirty="0"/>
              <a:t> command to </a:t>
            </a:r>
            <a:r>
              <a:rPr lang="en-US" baseline="0" dirty="0" err="1"/>
              <a:t>triger</a:t>
            </a:r>
            <a:r>
              <a:rPr lang="en-US" baseline="0" dirty="0"/>
              <a:t> </a:t>
            </a:r>
            <a:r>
              <a:rPr lang="en-US" baseline="0" dirty="0" err="1"/>
              <a:t>aurisys</a:t>
            </a:r>
            <a:r>
              <a:rPr lang="en-US" baseline="0" dirty="0"/>
              <a:t> library to do the parameter reload.</a:t>
            </a:r>
          </a:p>
          <a:p>
            <a:r>
              <a:rPr lang="en-US" baseline="0" dirty="0"/>
              <a:t>3. Vendor also can set/get parameter value through ADB command.</a:t>
            </a:r>
          </a:p>
          <a:p>
            <a:endParaRPr lang="en-US" dirty="0"/>
          </a:p>
          <a:p>
            <a:r>
              <a:rPr lang="en-US" dirty="0"/>
              <a:t>If vendor’s library is </a:t>
            </a:r>
            <a:r>
              <a:rPr lang="en-US" dirty="0" err="1"/>
              <a:t>runing</a:t>
            </a:r>
            <a:r>
              <a:rPr lang="en-US" dirty="0"/>
              <a:t> on DSP which cannot to do the File I/O,</a:t>
            </a:r>
          </a:p>
          <a:p>
            <a:r>
              <a:rPr lang="en-US" dirty="0" err="1"/>
              <a:t>Aurisys</a:t>
            </a:r>
            <a:r>
              <a:rPr lang="en-US" dirty="0"/>
              <a:t> framework will parsing the parameter file on AP side and transfer the parameter</a:t>
            </a:r>
            <a:r>
              <a:rPr lang="en-US" baseline="0" dirty="0"/>
              <a:t> buffer to the DSP side </a:t>
            </a:r>
            <a:r>
              <a:rPr lang="en-US" baseline="0" dirty="0" err="1"/>
              <a:t>aurisys</a:t>
            </a:r>
            <a:r>
              <a:rPr lang="en-US" baseline="0" dirty="0"/>
              <a:t> lib</a:t>
            </a:r>
            <a:endParaRPr lang="en-US"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6</a:t>
            </a:fld>
            <a:endParaRPr lang="en-US"/>
          </a:p>
        </p:txBody>
      </p:sp>
    </p:spTree>
    <p:extLst>
      <p:ext uri="{BB962C8B-B14F-4D97-AF65-F5344CB8AC3E}">
        <p14:creationId xmlns:p14="http://schemas.microsoft.com/office/powerpoint/2010/main" val="13723318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 page is talking</a:t>
            </a:r>
            <a:r>
              <a:rPr lang="en-US" baseline="0" dirty="0"/>
              <a:t> about the </a:t>
            </a:r>
            <a:r>
              <a:rPr lang="en-US" baseline="0" dirty="0" err="1"/>
              <a:t>aurisys</a:t>
            </a:r>
            <a:r>
              <a:rPr lang="en-US" baseline="0" dirty="0"/>
              <a:t> debugging interface.</a:t>
            </a:r>
          </a:p>
          <a:p>
            <a:r>
              <a:rPr lang="en-US" baseline="0" dirty="0" err="1"/>
              <a:t>Aurisys</a:t>
            </a:r>
            <a:r>
              <a:rPr lang="en-US" baseline="0" dirty="0"/>
              <a:t> framework provide the debugging </a:t>
            </a:r>
            <a:r>
              <a:rPr lang="en-US" baseline="0" dirty="0" err="1"/>
              <a:t>infterface</a:t>
            </a:r>
            <a:r>
              <a:rPr lang="en-US" baseline="0" dirty="0"/>
              <a:t> for Logging &amp; debugging dump</a:t>
            </a:r>
          </a:p>
          <a:p>
            <a:endParaRPr lang="en-US" baseline="0" dirty="0"/>
          </a:p>
          <a:p>
            <a:r>
              <a:rPr lang="en-US" dirty="0"/>
              <a:t>Vendor can dynamic enable/disable library log </a:t>
            </a:r>
            <a:r>
              <a:rPr lang="en-US" dirty="0" err="1"/>
              <a:t>throug</a:t>
            </a:r>
            <a:r>
              <a:rPr lang="en-US" dirty="0"/>
              <a:t> </a:t>
            </a:r>
            <a:r>
              <a:rPr lang="en-US" dirty="0" err="1"/>
              <a:t>adb</a:t>
            </a:r>
            <a:r>
              <a:rPr lang="en-US" dirty="0"/>
              <a:t> command</a:t>
            </a:r>
            <a:r>
              <a:rPr lang="en-US" baseline="0" dirty="0"/>
              <a:t> </a:t>
            </a:r>
          </a:p>
          <a:p>
            <a:endParaRPr lang="en-US" baseline="0"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7</a:t>
            </a:fld>
            <a:endParaRPr lang="en-US"/>
          </a:p>
        </p:txBody>
      </p:sp>
    </p:spTree>
    <p:extLst>
      <p:ext uri="{BB962C8B-B14F-4D97-AF65-F5344CB8AC3E}">
        <p14:creationId xmlns:p14="http://schemas.microsoft.com/office/powerpoint/2010/main" val="13147405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Lib verifier will call the</a:t>
            </a:r>
            <a:r>
              <a:rPr lang="en-US" altLang="zh-TW" baseline="0" dirty="0"/>
              <a:t> </a:t>
            </a:r>
            <a:r>
              <a:rPr lang="en-US" altLang="zh-TW" baseline="0" dirty="0" err="1"/>
              <a:t>aurisys</a:t>
            </a:r>
            <a:r>
              <a:rPr lang="en-US" altLang="zh-TW" baseline="0" dirty="0"/>
              <a:t> software interface to do the API level checking.</a:t>
            </a:r>
          </a:p>
          <a:p>
            <a:r>
              <a:rPr lang="en-US" baseline="0" dirty="0"/>
              <a:t>Checking the API return value or if there any segmentation </a:t>
            </a:r>
            <a:r>
              <a:rPr lang="en-US" baseline="0" dirty="0" err="1"/>
              <a:t>faul</a:t>
            </a:r>
            <a:r>
              <a:rPr lang="en-US" baseline="0" dirty="0"/>
              <a:t> and so on…  </a:t>
            </a:r>
            <a:endParaRPr lang="en-US"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8</a:t>
            </a:fld>
            <a:endParaRPr lang="en-US"/>
          </a:p>
        </p:txBody>
      </p:sp>
    </p:spTree>
    <p:extLst>
      <p:ext uri="{BB962C8B-B14F-4D97-AF65-F5344CB8AC3E}">
        <p14:creationId xmlns:p14="http://schemas.microsoft.com/office/powerpoint/2010/main" val="37574519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dirty="0"/>
              <a:t>This</a:t>
            </a:r>
            <a:r>
              <a:rPr lang="en-US" baseline="0" dirty="0"/>
              <a:t> is the end of presentation, thank you so much.</a:t>
            </a:r>
            <a:endParaRPr lang="en-US" dirty="0"/>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9</a:t>
            </a:fld>
            <a:endParaRPr lang="en-US"/>
          </a:p>
        </p:txBody>
      </p:sp>
    </p:spTree>
    <p:extLst>
      <p:ext uri="{BB962C8B-B14F-4D97-AF65-F5344CB8AC3E}">
        <p14:creationId xmlns:p14="http://schemas.microsoft.com/office/powerpoint/2010/main" val="653502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17</a:t>
            </a:fld>
            <a:endParaRPr lang="en-US"/>
          </a:p>
        </p:txBody>
      </p:sp>
    </p:spTree>
    <p:extLst>
      <p:ext uri="{BB962C8B-B14F-4D97-AF65-F5344CB8AC3E}">
        <p14:creationId xmlns:p14="http://schemas.microsoft.com/office/powerpoint/2010/main" val="7236932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en-US"/>
          </a:p>
        </p:txBody>
      </p:sp>
      <p:sp>
        <p:nvSpPr>
          <p:cNvPr id="4" name="投影片編號版面配置區 3"/>
          <p:cNvSpPr>
            <a:spLocks noGrp="1"/>
          </p:cNvSpPr>
          <p:nvPr>
            <p:ph type="sldNum" sz="quarter" idx="10"/>
          </p:nvPr>
        </p:nvSpPr>
        <p:spPr/>
        <p:txBody>
          <a:bodyPr/>
          <a:lstStyle/>
          <a:p>
            <a:fld id="{549DA7D8-825A-4484-9884-1B52EB1E0F8A}" type="slidenum">
              <a:rPr lang="en-US" smtClean="0"/>
              <a:pPr/>
              <a:t>18</a:t>
            </a:fld>
            <a:endParaRPr lang="en-US"/>
          </a:p>
        </p:txBody>
      </p:sp>
    </p:spTree>
    <p:extLst>
      <p:ext uri="{BB962C8B-B14F-4D97-AF65-F5344CB8AC3E}">
        <p14:creationId xmlns:p14="http://schemas.microsoft.com/office/powerpoint/2010/main" val="23659443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6.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l">
              <a:lnSpc>
                <a:spcPct val="80000"/>
              </a:lnSpc>
              <a:buNone/>
              <a:defRPr spc="-15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tx1"/>
                </a:solidFill>
              </a:defRPr>
            </a:lvl1pPr>
          </a:lstStyle>
          <a:p>
            <a:r>
              <a:rPr lang="zh-TW" altLang="en-US"/>
              <a:t>按一下以編輯母片標題樣式</a:t>
            </a:r>
            <a:endParaRPr lang="en-US" dirty="0"/>
          </a:p>
        </p:txBody>
      </p:sp>
      <p:pic>
        <p:nvPicPr>
          <p:cNvPr id="5" name="Picture 4" descr="Logotyp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012" y="1539265"/>
            <a:ext cx="2370836" cy="584454"/>
          </a:xfrm>
          <a:prstGeom prst="rect">
            <a:avLst/>
          </a:prstGeom>
          <a:effectLst/>
        </p:spPr>
      </p:pic>
    </p:spTree>
    <p:extLst>
      <p:ext uri="{BB962C8B-B14F-4D97-AF65-F5344CB8AC3E}">
        <p14:creationId xmlns:p14="http://schemas.microsoft.com/office/powerpoint/2010/main" val="2070215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marL="342900" indent="-342900">
              <a:buClr>
                <a:schemeClr val="accent1"/>
              </a:buClr>
              <a:buFont typeface="Wingdings" charset="2"/>
              <a:buChar char="§"/>
              <a:defRPr/>
            </a:lvl1pPr>
            <a:lvl3pPr marL="1143000" indent="-228600">
              <a:buClr>
                <a:schemeClr val="accent1"/>
              </a:buClr>
              <a:buFont typeface="Wingdings" charset="2"/>
              <a:buChar char="§"/>
              <a:defRPr/>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B015542C-35AA-436D-83E2-9A512128E79C}"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4539365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129817"/>
            <a:ext cx="7772400" cy="1362075"/>
          </a:xfrm>
        </p:spPr>
        <p:txBody>
          <a:bodyPr anchor="t">
            <a:normAutofit/>
          </a:bodyPr>
          <a:lstStyle>
            <a:lvl1pPr algn="l">
              <a:defRPr sz="3000" b="1" cap="all" spc="0"/>
            </a:lvl1pPr>
          </a:lstStyle>
          <a:p>
            <a:r>
              <a:rPr lang="zh-TW" altLang="en-US"/>
              <a:t>按一下以編輯母片標題樣式</a:t>
            </a:r>
            <a:endParaRPr lang="en-US" dirty="0"/>
          </a:p>
        </p:txBody>
      </p:sp>
      <p:sp>
        <p:nvSpPr>
          <p:cNvPr id="3" name="Text Placeholder 2"/>
          <p:cNvSpPr>
            <a:spLocks noGrp="1"/>
          </p:cNvSpPr>
          <p:nvPr>
            <p:ph type="body" idx="1"/>
          </p:nvPr>
        </p:nvSpPr>
        <p:spPr>
          <a:xfrm>
            <a:off x="733233" y="2619305"/>
            <a:ext cx="7772400" cy="1500187"/>
          </a:xfrm>
        </p:spPr>
        <p:txBody>
          <a:bodyPr anchor="b"/>
          <a:lstStyle>
            <a:lvl1pPr marL="0" indent="0">
              <a:buNone/>
              <a:defRPr sz="2000" b="1"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BFD52812-875A-4CD3-8379-1F1A27F989A0}"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2591194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sz="half" idx="1"/>
          </p:nvPr>
        </p:nvSpPr>
        <p:spPr>
          <a:xfrm>
            <a:off x="457200" y="1744133"/>
            <a:ext cx="4038600" cy="4203367"/>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48200" y="1744132"/>
            <a:ext cx="4038600" cy="4203368"/>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EF679F5-08F8-44AE-95B3-A4142EEE5E2A}"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171517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457200" y="1744133"/>
            <a:ext cx="4040188"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260600"/>
            <a:ext cx="4040188"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45027" y="1744133"/>
            <a:ext cx="4041775"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7" y="2260600"/>
            <a:ext cx="4041775"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5E6770E3-3BB6-4BA2-8DD6-B27779B54026}" type="datetime1">
              <a:rPr lang="en-US" smtClean="0"/>
              <a:pPr/>
              <a:t>3/13/2024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504124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1BF621B3-2B3C-4E54-8D1A-648E2E37E4DF}" type="datetime1">
              <a:rPr lang="en-US" smtClean="0"/>
              <a:pPr/>
              <a:t>3/13/2024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73225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0E8C22C-97E3-4F6D-891A-4F76F0350FC8}" type="datetime1">
              <a:rPr lang="en-US" smtClean="0"/>
              <a:pPr/>
              <a:t>3/13/2024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795566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spc="0"/>
            </a:lvl1pPr>
          </a:lstStyle>
          <a:p>
            <a:r>
              <a:rPr lang="zh-TW" altLang="en-US"/>
              <a:t>按一下以編輯母片標題樣式</a:t>
            </a:r>
            <a:endParaRPr lang="en-US" dirty="0"/>
          </a:p>
        </p:txBody>
      </p:sp>
      <p:sp>
        <p:nvSpPr>
          <p:cNvPr id="3" name="Content Placeholder 2"/>
          <p:cNvSpPr>
            <a:spLocks noGrp="1"/>
          </p:cNvSpPr>
          <p:nvPr>
            <p:ph idx="1"/>
          </p:nvPr>
        </p:nvSpPr>
        <p:spPr>
          <a:xfrm>
            <a:off x="3575050" y="273051"/>
            <a:ext cx="5111750" cy="5700391"/>
          </a:xfrm>
        </p:spPr>
        <p:txBody>
          <a:bodyPr/>
          <a:lstStyle>
            <a:lvl1pPr marL="342900" indent="-342900">
              <a:buClr>
                <a:schemeClr val="accent1"/>
              </a:buClr>
              <a:buFont typeface="Wingdings" charset="2"/>
              <a:buChar char="§"/>
              <a:defRPr sz="3200"/>
            </a:lvl1pPr>
            <a:lvl2pPr>
              <a:defRPr sz="2800"/>
            </a:lvl2pPr>
            <a:lvl3pPr marL="1143000" indent="-228600">
              <a:buClr>
                <a:schemeClr val="accent1"/>
              </a:buClr>
              <a:buFont typeface="Wingdings"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2" y="1435102"/>
            <a:ext cx="3008313" cy="45383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07C6291-C6E6-4125-96EE-33655428BD6E}"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899208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497343"/>
            <a:ext cx="5486400" cy="566739"/>
          </a:xfrm>
        </p:spPr>
        <p:txBody>
          <a:bodyPr anchor="b"/>
          <a:lstStyle>
            <a:lvl1pPr algn="l">
              <a:defRPr sz="2000" b="1" spc="0">
                <a:solidFill>
                  <a:schemeClr val="accent1"/>
                </a:solidFill>
              </a:defRPr>
            </a:lvl1pPr>
          </a:lstStyle>
          <a:p>
            <a:r>
              <a:rPr lang="sv-SE" dirty="0"/>
              <a:t>CLICK TO EDIT MASTER TITLE STYLE</a:t>
            </a:r>
            <a:endParaRPr lang="en-US" dirty="0"/>
          </a:p>
        </p:txBody>
      </p:sp>
      <p:sp>
        <p:nvSpPr>
          <p:cNvPr id="3" name="Picture Placeholder 2"/>
          <p:cNvSpPr>
            <a:spLocks noGrp="1"/>
          </p:cNvSpPr>
          <p:nvPr>
            <p:ph type="pic" idx="1"/>
          </p:nvPr>
        </p:nvSpPr>
        <p:spPr>
          <a:xfrm>
            <a:off x="1792288" y="612775"/>
            <a:ext cx="5486400" cy="38692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792288" y="506408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89F04F3D-54C3-4E5D-8DC9-4B3FD34D42E9}"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10453482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2CEC9945-C2F6-4244-A5DF-E3AD5D23F630}"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444047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698803"/>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4639"/>
            <a:ext cx="6019800" cy="5698803"/>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B7305F22-FA17-42A7-8940-B804C1EA4A0D}"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9465554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標題投影片">
    <p:bg>
      <p:bgRef idx="1003">
        <a:schemeClr val="bg2"/>
      </p:bgRef>
    </p:bg>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173157"/>
            <a:ext cx="7772400" cy="1470025"/>
          </a:xfrm>
        </p:spPr>
        <p:txBody>
          <a:bodyPr anchor="b"/>
          <a:lstStyle>
            <a:lvl1pPr algn="l">
              <a:defRPr sz="4800"/>
            </a:lvl1pPr>
          </a:lstStyle>
          <a:p>
            <a:r>
              <a:rPr kumimoji="0" lang="zh-TW" altLang="en-US"/>
              <a:t>按一下以編輯母片標題樣式</a:t>
            </a:r>
            <a:endParaRPr kumimoji="0" lang="en-US"/>
          </a:p>
        </p:txBody>
      </p:sp>
      <p:sp>
        <p:nvSpPr>
          <p:cNvPr id="3" name="副標題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TW" altLang="en-US"/>
              <a:t>按一下以編輯母片副標題樣式</a:t>
            </a:r>
            <a:endParaRPr kumimoji="0" lang="en-US"/>
          </a:p>
        </p:txBody>
      </p:sp>
      <p:sp>
        <p:nvSpPr>
          <p:cNvPr id="4" name="日期版面配置區 3"/>
          <p:cNvSpPr>
            <a:spLocks noGrp="1"/>
          </p:cNvSpPr>
          <p:nvPr>
            <p:ph type="dt" sz="half" idx="10"/>
          </p:nvPr>
        </p:nvSpPr>
        <p:spPr/>
        <p:txBody>
          <a:bodyPr/>
          <a:lstStyle/>
          <a:p>
            <a:fld id="{446B501E-61DC-45C7-8E07-0AE4D5005EFC}" type="datetime1">
              <a:rPr lang="en-US" smtClean="0"/>
              <a:pPr/>
              <a:t>3/13/2024</a:t>
            </a:fld>
            <a:endParaRPr lang="en-US"/>
          </a:p>
        </p:txBody>
      </p:sp>
      <p:sp>
        <p:nvSpPr>
          <p:cNvPr id="5" name="頁尾版面配置區 4"/>
          <p:cNvSpPr>
            <a:spLocks noGrp="1"/>
          </p:cNvSpPr>
          <p:nvPr>
            <p:ph type="ftr" sz="quarter" idx="11"/>
          </p:nvPr>
        </p:nvSpPr>
        <p:spPr/>
        <p:txBody>
          <a:bodyPr/>
          <a:lstStyle/>
          <a:p>
            <a:endParaRPr lang="en-US"/>
          </a:p>
        </p:txBody>
      </p:sp>
      <p:sp>
        <p:nvSpPr>
          <p:cNvPr id="6" name="投影片編號版面配置區 5"/>
          <p:cNvSpPr>
            <a:spLocks noGrp="1"/>
          </p:cNvSpPr>
          <p:nvPr>
            <p:ph type="sldNum" sz="quarter" idx="12"/>
          </p:nvPr>
        </p:nvSpPr>
        <p:spPr/>
        <p:txBody>
          <a:bodyPr/>
          <a:lstStyle/>
          <a:p>
            <a:fld id="{5157DEA8-FBF5-4ADB-B880-CDCFE3CE532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gradFill flip="none" rotWithShape="1">
          <a:gsLst>
            <a:gs pos="40000">
              <a:schemeClr val="tx1"/>
            </a:gs>
            <a:gs pos="0">
              <a:schemeClr val="bg2">
                <a:lumMod val="2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ctr">
              <a:lnSpc>
                <a:spcPct val="80000"/>
              </a:lnSpc>
              <a:buNone/>
              <a:defRPr spc="-150">
                <a:solidFill>
                  <a:schemeClr val="accent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bg1"/>
                </a:solidFill>
              </a:defRPr>
            </a:lvl1pPr>
          </a:lstStyle>
          <a:p>
            <a:r>
              <a:rPr lang="zh-TW" altLang="en-US"/>
              <a:t>按一下以編輯母片標題樣式</a:t>
            </a:r>
            <a:endParaRPr lang="en-US" dirty="0"/>
          </a:p>
        </p:txBody>
      </p:sp>
      <p:pic>
        <p:nvPicPr>
          <p:cNvPr id="5" name="Picture 4" descr="Logotyp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1012" y="1539268"/>
            <a:ext cx="2370836" cy="584454"/>
          </a:xfrm>
          <a:prstGeom prst="rect">
            <a:avLst/>
          </a:prstGeom>
          <a:effectLst/>
        </p:spPr>
      </p:pic>
    </p:spTree>
    <p:extLst>
      <p:ext uri="{BB962C8B-B14F-4D97-AF65-F5344CB8AC3E}">
        <p14:creationId xmlns:p14="http://schemas.microsoft.com/office/powerpoint/2010/main" val="186029966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zh-TW" altLang="en-US"/>
              <a:t>按一下以編輯母片標題樣式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04EB3268-4B5A-4023-A639-75AAF1EE5066}"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993595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Box 3"/>
          <p:cNvSpPr txBox="1"/>
          <p:nvPr userDrawn="1"/>
        </p:nvSpPr>
        <p:spPr>
          <a:xfrm>
            <a:off x="3962400" y="6775450"/>
            <a:ext cx="184666" cy="646331"/>
          </a:xfrm>
          <a:prstGeom prst="rect">
            <a:avLst/>
          </a:prstGeom>
          <a:noFill/>
        </p:spPr>
        <p:txBody>
          <a:bodyPr wrap="none" rtlCol="0">
            <a:spAutoFit/>
          </a:bodyPr>
          <a:lstStyle/>
          <a:p>
            <a:endParaRPr lang="en-US" dirty="0"/>
          </a:p>
          <a:p>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E5BF4275-5F5F-415D-9701-8EF8D4AB4D1D}"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11513713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zh-TW" altLang="en-US"/>
              <a:t>按一下以編輯母片標題樣式</a:t>
            </a:r>
            <a:endParaRPr lang="en-US"/>
          </a:p>
        </p:txBody>
      </p:sp>
      <p:sp>
        <p:nvSpPr>
          <p:cNvPr id="3" name="Text Placeholder 2"/>
          <p:cNvSpPr>
            <a:spLocks noGrp="1"/>
          </p:cNvSpPr>
          <p:nvPr>
            <p:ph type="body" idx="1" hasCustomPrompt="1"/>
          </p:nvPr>
        </p:nvSpPr>
        <p:spPr>
          <a:xfrm>
            <a:off x="722313" y="2906185"/>
            <a:ext cx="7772400" cy="1500716"/>
          </a:xfrm>
        </p:spPr>
        <p:txBody>
          <a:bodyPr anchor="b"/>
          <a:lstStyle>
            <a:lvl1pPr marL="0" indent="0">
              <a:buNone/>
              <a:defRPr sz="2000" b="1" spc="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dirty="0"/>
              <a:t>CLICK TO EDIT MASTER TEXT STYLES</a:t>
            </a:r>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DD161328-01A6-4CAC-AD01-0E7297463790}"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9879311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170359B2-7854-43DA-BDE8-D9A0B15E2D3A}"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302213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3"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B3616066-4832-4C28-99D6-842A7336C3BA}" type="datetime1">
              <a:rPr lang="en-US" smtClean="0"/>
              <a:pPr/>
              <a:t>3/13/2024</a:t>
            </a:fld>
            <a:endParaRPr lang="en-US" dirty="0"/>
          </a:p>
        </p:txBody>
      </p:sp>
      <p:sp>
        <p:nvSpPr>
          <p:cNvPr id="14" name="Footer Placeholder 4"/>
          <p:cNvSpPr>
            <a:spLocks noGrp="1"/>
          </p:cNvSpPr>
          <p:nvPr>
            <p:ph type="ftr" sz="quarter" idx="11"/>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5" name="Slide Number Placeholder 5"/>
          <p:cNvSpPr>
            <a:spLocks noGrp="1"/>
          </p:cNvSpPr>
          <p:nvPr>
            <p:ph type="sldNum" sz="quarter" idx="12"/>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1597682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9"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9B64913A-0AD5-4FF6-A3C1-3DA6870CF34B}" type="datetime1">
              <a:rPr lang="en-US" smtClean="0"/>
              <a:pPr/>
              <a:t>3/13/2024</a:t>
            </a:fld>
            <a:endParaRPr lang="en-US" dirty="0"/>
          </a:p>
        </p:txBody>
      </p:sp>
      <p:sp>
        <p:nvSpPr>
          <p:cNvPr id="10"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1"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013617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B2739730-642B-4B0A-A718-BA706ADBA6BB}" type="datetime1">
              <a:rPr lang="en-US" smtClean="0"/>
              <a:pPr/>
              <a:t>3/13/2024</a:t>
            </a:fld>
            <a:endParaRPr lang="en-US" dirty="0"/>
          </a:p>
        </p:txBody>
      </p:sp>
      <p:sp>
        <p:nvSpPr>
          <p:cNvPr id="9"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659177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spc="0"/>
            </a:lvl1pPr>
          </a:lstStyle>
          <a:p>
            <a:r>
              <a:rPr lang="zh-TW" altLang="en-US"/>
              <a:t>按一下以編輯母片標題樣式</a:t>
            </a:r>
            <a:endParaRPr lang="en-US"/>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8D882479-CCB4-4AC7-ADAA-C54FF19E6440}"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376381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7267"/>
          </a:xfrm>
        </p:spPr>
        <p:txBody>
          <a:bodyPr anchor="b"/>
          <a:lstStyle>
            <a:lvl1pPr algn="l">
              <a:defRPr sz="2000" b="1" spc="0"/>
            </a:lvl1pPr>
          </a:lstStyle>
          <a:p>
            <a:r>
              <a:rPr lang="sv-SE" dirty="0"/>
              <a:t>CLICK TO EDIT MASTER TITLE STYLE</a:t>
            </a:r>
            <a:endParaRPr lang="en-US" dirty="0"/>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3DB2BC2-F9C5-4511-ABDE-7622C054BAD8}"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221559520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BADFC85F-7F55-49E9-BF99-13D3B523509A}"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4393842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726D77CB-7B52-472F-B014-600BA4F345F2}"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75356992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l">
              <a:lnSpc>
                <a:spcPct val="80000"/>
              </a:lnSpc>
              <a:buNone/>
              <a:defRPr spc="-15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tx1"/>
                </a:solidFill>
              </a:defRPr>
            </a:lvl1pPr>
          </a:lstStyle>
          <a:p>
            <a:r>
              <a:rPr lang="zh-TW" altLang="en-US"/>
              <a:t>按一下以編輯母片標題樣式</a:t>
            </a:r>
            <a:endParaRPr lang="en-US" dirty="0"/>
          </a:p>
        </p:txBody>
      </p:sp>
      <p:pic>
        <p:nvPicPr>
          <p:cNvPr id="5" name="Picture 4" descr="Logotyp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012" y="1539265"/>
            <a:ext cx="2370836" cy="584454"/>
          </a:xfrm>
          <a:prstGeom prst="rect">
            <a:avLst/>
          </a:prstGeom>
          <a:effectLst/>
        </p:spPr>
      </p:pic>
      <p:sp>
        <p:nvSpPr>
          <p:cNvPr id="6" name="Footer Placeholder 4"/>
          <p:cNvSpPr txBox="1">
            <a:spLocks/>
          </p:cNvSpPr>
          <p:nvPr/>
        </p:nvSpPr>
        <p:spPr>
          <a:xfrm>
            <a:off x="3594100" y="1089474"/>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rgbClr val="00A1DE"/>
                </a:solidFill>
              </a:rPr>
              <a:t>CONFIDENTIAL B</a:t>
            </a:r>
          </a:p>
        </p:txBody>
      </p:sp>
    </p:spTree>
    <p:extLst>
      <p:ext uri="{BB962C8B-B14F-4D97-AF65-F5344CB8AC3E}">
        <p14:creationId xmlns:p14="http://schemas.microsoft.com/office/powerpoint/2010/main" val="207021528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marL="342900" indent="-342900">
              <a:buClr>
                <a:schemeClr val="accent1"/>
              </a:buClr>
              <a:buFont typeface="Wingdings" charset="2"/>
              <a:buChar char="§"/>
              <a:defRPr/>
            </a:lvl1pPr>
            <a:lvl3pPr marL="1143000" indent="-228600">
              <a:buClr>
                <a:schemeClr val="accent1"/>
              </a:buClr>
              <a:buFont typeface="Wingdings" charset="2"/>
              <a:buChar char="§"/>
              <a:defRPr/>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a:xfrm>
            <a:off x="6699250" y="6278671"/>
            <a:ext cx="927434" cy="365125"/>
          </a:xfrm>
          <a:prstGeom prst="rect">
            <a:avLst/>
          </a:prstGeom>
        </p:spPr>
        <p:txBody>
          <a:bodyPr/>
          <a:lstStyle/>
          <a:p>
            <a:fld id="{B97B2322-9421-4A57-9E42-EADD1009B9D3}" type="datetime1">
              <a:rPr lang="en-US" smtClean="0"/>
              <a:pPr/>
              <a:t>3/13/2024</a:t>
            </a:fld>
            <a:endParaRPr lang="en-US"/>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4539365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129817"/>
            <a:ext cx="7772400" cy="1362075"/>
          </a:xfrm>
        </p:spPr>
        <p:txBody>
          <a:bodyPr anchor="t">
            <a:normAutofit/>
          </a:bodyPr>
          <a:lstStyle>
            <a:lvl1pPr algn="l">
              <a:defRPr sz="3000" b="1" cap="all" spc="0"/>
            </a:lvl1pPr>
          </a:lstStyle>
          <a:p>
            <a:r>
              <a:rPr lang="zh-TW" altLang="en-US"/>
              <a:t>按一下以編輯母片標題樣式</a:t>
            </a:r>
            <a:endParaRPr lang="en-US" dirty="0"/>
          </a:p>
        </p:txBody>
      </p:sp>
      <p:sp>
        <p:nvSpPr>
          <p:cNvPr id="3" name="Text Placeholder 2"/>
          <p:cNvSpPr>
            <a:spLocks noGrp="1"/>
          </p:cNvSpPr>
          <p:nvPr>
            <p:ph type="body" idx="1"/>
          </p:nvPr>
        </p:nvSpPr>
        <p:spPr>
          <a:xfrm>
            <a:off x="733233" y="2619305"/>
            <a:ext cx="7772400" cy="1500187"/>
          </a:xfrm>
        </p:spPr>
        <p:txBody>
          <a:bodyPr anchor="b"/>
          <a:lstStyle>
            <a:lvl1pPr marL="0" indent="0">
              <a:buNone/>
              <a:defRPr sz="2000" b="1"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a:xfrm>
            <a:off x="6699250" y="6278671"/>
            <a:ext cx="927434" cy="365125"/>
          </a:xfrm>
          <a:prstGeom prst="rect">
            <a:avLst/>
          </a:prstGeom>
        </p:spPr>
        <p:txBody>
          <a:bodyPr/>
          <a:lstStyle/>
          <a:p>
            <a:fld id="{B58C4B4C-F27E-4ACA-B685-ECCB730C76CE}" type="datetime1">
              <a:rPr lang="en-US" smtClean="0"/>
              <a:pPr/>
              <a:t>3/13/2024</a:t>
            </a:fld>
            <a:endParaRPr lang="en-US"/>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25911944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sz="half" idx="1"/>
          </p:nvPr>
        </p:nvSpPr>
        <p:spPr>
          <a:xfrm>
            <a:off x="457200" y="1744133"/>
            <a:ext cx="4038600" cy="4203367"/>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48200" y="1744132"/>
            <a:ext cx="4038600" cy="4203368"/>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a:xfrm>
            <a:off x="6699250" y="6278671"/>
            <a:ext cx="927434" cy="365125"/>
          </a:xfrm>
          <a:prstGeom prst="rect">
            <a:avLst/>
          </a:prstGeom>
        </p:spPr>
        <p:txBody>
          <a:bodyPr/>
          <a:lstStyle/>
          <a:p>
            <a:fld id="{753A3A3C-B4C3-49F9-B431-0A5DCAFF24BF}" type="datetime1">
              <a:rPr lang="en-US" smtClean="0"/>
              <a:pPr/>
              <a:t>3/13/2024</a:t>
            </a:fld>
            <a:endParaRPr lang="en-US"/>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1715173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457200" y="1744133"/>
            <a:ext cx="4040188"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260600"/>
            <a:ext cx="4040188"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45027" y="1744133"/>
            <a:ext cx="4041775"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7" y="2260600"/>
            <a:ext cx="4041775"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a:xfrm>
            <a:off x="6699250" y="6278671"/>
            <a:ext cx="927434" cy="365125"/>
          </a:xfrm>
          <a:prstGeom prst="rect">
            <a:avLst/>
          </a:prstGeom>
        </p:spPr>
        <p:txBody>
          <a:bodyPr/>
          <a:lstStyle/>
          <a:p>
            <a:fld id="{1F2C1EA7-6F85-4143-B9F6-03172F6F05D0}" type="datetime1">
              <a:rPr lang="en-US" smtClean="0"/>
              <a:pPr/>
              <a:t>3/13/2024</a:t>
            </a:fld>
            <a:endParaRPr lang="en-US"/>
          </a:p>
        </p:txBody>
      </p:sp>
      <p:sp>
        <p:nvSpPr>
          <p:cNvPr id="8" name="Footer Placeholder 7"/>
          <p:cNvSpPr>
            <a:spLocks noGrp="1"/>
          </p:cNvSpPr>
          <p:nvPr>
            <p:ph type="ftr" sz="quarter" idx="11"/>
          </p:nvPr>
        </p:nvSpPr>
        <p:spPr>
          <a:xfrm>
            <a:off x="3663950" y="6278671"/>
            <a:ext cx="30353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5041243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a:xfrm>
            <a:off x="6699250" y="6278671"/>
            <a:ext cx="927434" cy="365125"/>
          </a:xfrm>
          <a:prstGeom prst="rect">
            <a:avLst/>
          </a:prstGeom>
        </p:spPr>
        <p:txBody>
          <a:bodyPr/>
          <a:lstStyle/>
          <a:p>
            <a:fld id="{1858FF00-564D-4849-A5A1-557E2080715D}" type="datetime1">
              <a:rPr lang="en-US" smtClean="0"/>
              <a:pPr/>
              <a:t>3/13/2024</a:t>
            </a:fld>
            <a:endParaRPr lang="en-US"/>
          </a:p>
        </p:txBody>
      </p:sp>
      <p:sp>
        <p:nvSpPr>
          <p:cNvPr id="4" name="Footer Placeholder 3"/>
          <p:cNvSpPr>
            <a:spLocks noGrp="1"/>
          </p:cNvSpPr>
          <p:nvPr>
            <p:ph type="ftr" sz="quarter" idx="11"/>
          </p:nvPr>
        </p:nvSpPr>
        <p:spPr>
          <a:xfrm>
            <a:off x="3663950" y="6278671"/>
            <a:ext cx="30353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732258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699250" y="6278671"/>
            <a:ext cx="927434" cy="365125"/>
          </a:xfrm>
          <a:prstGeom prst="rect">
            <a:avLst/>
          </a:prstGeom>
        </p:spPr>
        <p:txBody>
          <a:bodyPr/>
          <a:lstStyle/>
          <a:p>
            <a:fld id="{FD2E625A-15F9-4538-B1FC-430B96596A8E}" type="datetime1">
              <a:rPr lang="en-US" smtClean="0"/>
              <a:pPr/>
              <a:t>3/13/2024</a:t>
            </a:fld>
            <a:endParaRPr lang="en-US"/>
          </a:p>
        </p:txBody>
      </p:sp>
      <p:sp>
        <p:nvSpPr>
          <p:cNvPr id="3" name="Footer Placeholder 2"/>
          <p:cNvSpPr>
            <a:spLocks noGrp="1"/>
          </p:cNvSpPr>
          <p:nvPr>
            <p:ph type="ftr" sz="quarter" idx="11"/>
          </p:nvPr>
        </p:nvSpPr>
        <p:spPr>
          <a:xfrm>
            <a:off x="3663950" y="6278671"/>
            <a:ext cx="30353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7955667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spc="0"/>
            </a:lvl1pPr>
          </a:lstStyle>
          <a:p>
            <a:r>
              <a:rPr lang="zh-TW" altLang="en-US"/>
              <a:t>按一下以編輯母片標題樣式</a:t>
            </a:r>
            <a:endParaRPr lang="en-US" dirty="0"/>
          </a:p>
        </p:txBody>
      </p:sp>
      <p:sp>
        <p:nvSpPr>
          <p:cNvPr id="3" name="Content Placeholder 2"/>
          <p:cNvSpPr>
            <a:spLocks noGrp="1"/>
          </p:cNvSpPr>
          <p:nvPr>
            <p:ph idx="1"/>
          </p:nvPr>
        </p:nvSpPr>
        <p:spPr>
          <a:xfrm>
            <a:off x="3575050" y="273051"/>
            <a:ext cx="5111750" cy="5700391"/>
          </a:xfrm>
        </p:spPr>
        <p:txBody>
          <a:bodyPr/>
          <a:lstStyle>
            <a:lvl1pPr marL="342900" indent="-342900">
              <a:buClr>
                <a:schemeClr val="accent1"/>
              </a:buClr>
              <a:buFont typeface="Wingdings" charset="2"/>
              <a:buChar char="§"/>
              <a:defRPr sz="3200"/>
            </a:lvl1pPr>
            <a:lvl2pPr>
              <a:defRPr sz="2800"/>
            </a:lvl2pPr>
            <a:lvl3pPr marL="1143000" indent="-228600">
              <a:buClr>
                <a:schemeClr val="accent1"/>
              </a:buClr>
              <a:buFont typeface="Wingdings"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2" y="1435102"/>
            <a:ext cx="3008313" cy="45383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fld id="{940AA3F6-1902-48CD-934E-3068CAC1FEA2}" type="datetime1">
              <a:rPr lang="en-US" smtClean="0"/>
              <a:pPr/>
              <a:t>3/13/2024</a:t>
            </a:fld>
            <a:endParaRPr lang="en-US"/>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8992082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497343"/>
            <a:ext cx="5486400" cy="566739"/>
          </a:xfrm>
        </p:spPr>
        <p:txBody>
          <a:bodyPr anchor="b"/>
          <a:lstStyle>
            <a:lvl1pPr algn="l">
              <a:defRPr sz="2000" b="1" spc="0">
                <a:solidFill>
                  <a:schemeClr val="accent1"/>
                </a:solidFill>
              </a:defRPr>
            </a:lvl1pPr>
          </a:lstStyle>
          <a:p>
            <a:r>
              <a:rPr lang="sv-SE" dirty="0"/>
              <a:t>CLICK TO EDIT MASTER TITLE STYLE</a:t>
            </a:r>
            <a:endParaRPr lang="en-US" dirty="0"/>
          </a:p>
        </p:txBody>
      </p:sp>
      <p:sp>
        <p:nvSpPr>
          <p:cNvPr id="3" name="Picture Placeholder 2"/>
          <p:cNvSpPr>
            <a:spLocks noGrp="1"/>
          </p:cNvSpPr>
          <p:nvPr>
            <p:ph type="pic" idx="1"/>
          </p:nvPr>
        </p:nvSpPr>
        <p:spPr>
          <a:xfrm>
            <a:off x="1792288" y="612775"/>
            <a:ext cx="5486400" cy="38692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792288" y="506408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a:xfrm>
            <a:off x="6699250" y="6278671"/>
            <a:ext cx="927434" cy="365125"/>
          </a:xfrm>
          <a:prstGeom prst="rect">
            <a:avLst/>
          </a:prstGeom>
        </p:spPr>
        <p:txBody>
          <a:bodyPr/>
          <a:lstStyle/>
          <a:p>
            <a:fld id="{5EA14304-7B22-4110-AF8C-7A14F5501A0D}" type="datetime1">
              <a:rPr lang="en-US" smtClean="0"/>
              <a:pPr/>
              <a:t>3/13/2024</a:t>
            </a:fld>
            <a:endParaRPr lang="en-US"/>
          </a:p>
        </p:txBody>
      </p:sp>
      <p:sp>
        <p:nvSpPr>
          <p:cNvPr id="6" name="Footer Placeholder 5"/>
          <p:cNvSpPr>
            <a:spLocks noGrp="1"/>
          </p:cNvSpPr>
          <p:nvPr>
            <p:ph type="ftr" sz="quarter" idx="11"/>
          </p:nvPr>
        </p:nvSpPr>
        <p:spPr>
          <a:xfrm>
            <a:off x="3663950" y="6278671"/>
            <a:ext cx="30353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104534829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fld id="{05EE0FFA-6865-4EA0-BAD4-21CBD46B1DE9}" type="datetime1">
              <a:rPr lang="en-US" smtClean="0"/>
              <a:pPr/>
              <a:t>3/13/2024</a:t>
            </a:fld>
            <a:endParaRPr lang="en-US"/>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44404729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698803"/>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4639"/>
            <a:ext cx="6019800" cy="5698803"/>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a:xfrm>
            <a:off x="6699250" y="6278671"/>
            <a:ext cx="927434" cy="365125"/>
          </a:xfrm>
          <a:prstGeom prst="rect">
            <a:avLst/>
          </a:prstGeom>
        </p:spPr>
        <p:txBody>
          <a:bodyPr/>
          <a:lstStyle/>
          <a:p>
            <a:fld id="{B8F607A3-CBC7-4D0B-B029-DAE39478B332}" type="datetime1">
              <a:rPr lang="en-US" smtClean="0"/>
              <a:pPr/>
              <a:t>3/13/2024</a:t>
            </a:fld>
            <a:endParaRPr lang="en-US"/>
          </a:p>
        </p:txBody>
      </p:sp>
      <p:sp>
        <p:nvSpPr>
          <p:cNvPr id="5" name="Footer Placeholder 4"/>
          <p:cNvSpPr>
            <a:spLocks noGrp="1"/>
          </p:cNvSpPr>
          <p:nvPr>
            <p:ph type="ftr" sz="quarter" idx="11"/>
          </p:nvPr>
        </p:nvSpPr>
        <p:spPr>
          <a:xfrm>
            <a:off x="3663950" y="6278671"/>
            <a:ext cx="30353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7626684" y="6278671"/>
            <a:ext cx="1060116" cy="365125"/>
          </a:xfrm>
          <a:prstGeom prst="rect">
            <a:avLst/>
          </a:prstGeom>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9465554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cSld name="標題投影片">
    <p:bg>
      <p:bgRef idx="1003">
        <a:schemeClr val="bg2"/>
      </p:bgRef>
    </p:bg>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173157"/>
            <a:ext cx="7772400" cy="1470025"/>
          </a:xfrm>
        </p:spPr>
        <p:txBody>
          <a:bodyPr anchor="b"/>
          <a:lstStyle>
            <a:lvl1pPr algn="l">
              <a:defRPr sz="4800"/>
            </a:lvl1pPr>
          </a:lstStyle>
          <a:p>
            <a:r>
              <a:rPr kumimoji="0" lang="zh-TW" altLang="en-US"/>
              <a:t>按一下以編輯母片標題樣式</a:t>
            </a:r>
            <a:endParaRPr kumimoji="0" lang="en-US"/>
          </a:p>
        </p:txBody>
      </p:sp>
      <p:sp>
        <p:nvSpPr>
          <p:cNvPr id="3" name="副標題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TW" altLang="en-US"/>
              <a:t>按一下以編輯母片副標題樣式</a:t>
            </a:r>
            <a:endParaRPr kumimoji="0" lang="en-US"/>
          </a:p>
        </p:txBody>
      </p:sp>
      <p:sp>
        <p:nvSpPr>
          <p:cNvPr id="4" name="日期版面配置區 3"/>
          <p:cNvSpPr>
            <a:spLocks noGrp="1"/>
          </p:cNvSpPr>
          <p:nvPr>
            <p:ph type="dt" sz="half" idx="10"/>
          </p:nvPr>
        </p:nvSpPr>
        <p:spPr/>
        <p:txBody>
          <a:bodyPr/>
          <a:lstStyle/>
          <a:p>
            <a:fld id="{82891D63-5210-4A96-81DC-4AB39EAE2DA2}" type="datetime1">
              <a:rPr lang="en-US" smtClean="0"/>
              <a:pPr/>
              <a:t>3/13/2024</a:t>
            </a:fld>
            <a:endParaRPr lang="en-US"/>
          </a:p>
        </p:txBody>
      </p:sp>
      <p:sp>
        <p:nvSpPr>
          <p:cNvPr id="5" name="頁尾版面配置區 4"/>
          <p:cNvSpPr>
            <a:spLocks noGrp="1"/>
          </p:cNvSpPr>
          <p:nvPr>
            <p:ph type="ftr" sz="quarter" idx="11"/>
          </p:nvPr>
        </p:nvSpPr>
        <p:spPr/>
        <p:txBody>
          <a:bodyPr/>
          <a:lstStyle/>
          <a:p>
            <a:endParaRPr lang="en-US"/>
          </a:p>
        </p:txBody>
      </p:sp>
      <p:sp>
        <p:nvSpPr>
          <p:cNvPr id="6" name="投影片編號版面配置區 5"/>
          <p:cNvSpPr>
            <a:spLocks noGrp="1"/>
          </p:cNvSpPr>
          <p:nvPr>
            <p:ph type="sldNum" sz="quarter" idx="12"/>
          </p:nvPr>
        </p:nvSpPr>
        <p:spPr/>
        <p:txBody>
          <a:bodyPr/>
          <a:lstStyle/>
          <a:p>
            <a:fld id="{5157DEA8-FBF5-4ADB-B880-CDCFE3CE532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gradFill flip="none" rotWithShape="1">
          <a:gsLst>
            <a:gs pos="40000">
              <a:schemeClr val="tx1"/>
            </a:gs>
            <a:gs pos="0">
              <a:schemeClr val="bg2">
                <a:lumMod val="2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ctr">
              <a:lnSpc>
                <a:spcPct val="80000"/>
              </a:lnSpc>
              <a:buNone/>
              <a:defRPr spc="-150">
                <a:solidFill>
                  <a:schemeClr val="accent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bg1"/>
                </a:solidFill>
              </a:defRPr>
            </a:lvl1pPr>
          </a:lstStyle>
          <a:p>
            <a:r>
              <a:rPr lang="zh-TW" altLang="en-US"/>
              <a:t>按一下以編輯母片標題樣式</a:t>
            </a:r>
            <a:endParaRPr lang="en-US" dirty="0"/>
          </a:p>
        </p:txBody>
      </p:sp>
      <p:pic>
        <p:nvPicPr>
          <p:cNvPr id="6" name="Picture 5" descr="Logotyp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1012" y="1539268"/>
            <a:ext cx="2370836" cy="584454"/>
          </a:xfrm>
          <a:prstGeom prst="rect">
            <a:avLst/>
          </a:prstGeom>
          <a:effectLst/>
        </p:spPr>
      </p:pic>
      <p:sp>
        <p:nvSpPr>
          <p:cNvPr id="7" name="Footer Placeholder 4"/>
          <p:cNvSpPr txBox="1">
            <a:spLocks/>
          </p:cNvSpPr>
          <p:nvPr userDrawn="1"/>
        </p:nvSpPr>
        <p:spPr>
          <a:xfrm>
            <a:off x="3594100" y="1089474"/>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rgbClr val="00A1DE"/>
                </a:solidFill>
              </a:rPr>
              <a:t>CONFIDENTIAL B</a:t>
            </a:r>
          </a:p>
        </p:txBody>
      </p:sp>
    </p:spTree>
    <p:extLst>
      <p:ext uri="{BB962C8B-B14F-4D97-AF65-F5344CB8AC3E}">
        <p14:creationId xmlns:p14="http://schemas.microsoft.com/office/powerpoint/2010/main" val="186029966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zh-TW" altLang="en-US"/>
              <a:t>按一下以編輯母片標題樣式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a:p>
        </p:txBody>
      </p:sp>
      <p:sp>
        <p:nvSpPr>
          <p:cNvPr id="7"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7B494D79-A5B4-49F9-88AC-1FCBB9B311FC}" type="datetime1">
              <a:rPr lang="en-US" smtClean="0"/>
              <a:pPr/>
              <a:t>3/13/2024</a:t>
            </a:fld>
            <a:endParaRPr lang="en-US" dirty="0"/>
          </a:p>
        </p:txBody>
      </p:sp>
      <p:sp>
        <p:nvSpPr>
          <p:cNvPr id="8"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9"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9935957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68976AD7-F890-4679-A53B-A24B2CD2D679}" type="datetime1">
              <a:rPr lang="en-US" smtClean="0"/>
              <a:pPr/>
              <a:t>3/13/2024</a:t>
            </a:fld>
            <a:endParaRPr lang="en-US" dirty="0"/>
          </a:p>
        </p:txBody>
      </p:sp>
      <p:sp>
        <p:nvSpPr>
          <p:cNvPr id="8"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9"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11513713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zh-TW" altLang="en-US"/>
              <a:t>按一下以編輯母片標題樣式</a:t>
            </a:r>
            <a:endParaRPr lang="en-US"/>
          </a:p>
        </p:txBody>
      </p:sp>
      <p:sp>
        <p:nvSpPr>
          <p:cNvPr id="3" name="Text Placeholder 2"/>
          <p:cNvSpPr>
            <a:spLocks noGrp="1"/>
          </p:cNvSpPr>
          <p:nvPr>
            <p:ph type="body" idx="1" hasCustomPrompt="1"/>
          </p:nvPr>
        </p:nvSpPr>
        <p:spPr>
          <a:xfrm>
            <a:off x="722313" y="2906185"/>
            <a:ext cx="7772400" cy="1500716"/>
          </a:xfrm>
        </p:spPr>
        <p:txBody>
          <a:bodyPr anchor="b"/>
          <a:lstStyle>
            <a:lvl1pPr marL="0" indent="0">
              <a:buNone/>
              <a:defRPr sz="2000" b="1" spc="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dirty="0"/>
              <a:t>CLICK TO EDIT MASTER TEXT STYLES</a:t>
            </a:r>
          </a:p>
        </p:txBody>
      </p:sp>
      <p:sp>
        <p:nvSpPr>
          <p:cNvPr id="7"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36945A29-BA55-413A-85FF-8233284957FC}" type="datetime1">
              <a:rPr lang="en-US" smtClean="0"/>
              <a:pPr/>
              <a:t>3/13/2024</a:t>
            </a:fld>
            <a:endParaRPr lang="en-US" dirty="0"/>
          </a:p>
        </p:txBody>
      </p:sp>
      <p:sp>
        <p:nvSpPr>
          <p:cNvPr id="8"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9"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98793119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8" name="Date Placeholder 3"/>
          <p:cNvSpPr>
            <a:spLocks noGrp="1"/>
          </p:cNvSpPr>
          <p:nvPr>
            <p:ph type="dt" sz="half" idx="10"/>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6E8987B9-C58D-4206-B1E2-684197659554}" type="datetime1">
              <a:rPr lang="en-US" smtClean="0"/>
              <a:pPr/>
              <a:t>3/13/2024</a:t>
            </a:fld>
            <a:endParaRPr lang="en-US" dirty="0"/>
          </a:p>
        </p:txBody>
      </p:sp>
      <p:sp>
        <p:nvSpPr>
          <p:cNvPr id="9"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30221397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Date Placeholder 3"/>
          <p:cNvSpPr>
            <a:spLocks noGrp="1"/>
          </p:cNvSpPr>
          <p:nvPr>
            <p:ph type="dt" sz="half" idx="10"/>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4A4544D2-FB53-4E72-A28A-CC2D2F43ABB9}" type="datetime1">
              <a:rPr lang="en-US" smtClean="0"/>
              <a:pPr/>
              <a:t>3/13/2024</a:t>
            </a:fld>
            <a:endParaRPr lang="en-US" dirty="0"/>
          </a:p>
        </p:txBody>
      </p:sp>
      <p:sp>
        <p:nvSpPr>
          <p:cNvPr id="11" name="Footer Placeholder 4"/>
          <p:cNvSpPr>
            <a:spLocks noGrp="1"/>
          </p:cNvSpPr>
          <p:nvPr>
            <p:ph type="ftr" sz="quarter" idx="11"/>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12"/>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15976821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6"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2CE2E30A-1A9D-4BBC-929B-01B8C94931B0}" type="datetime1">
              <a:rPr lang="en-US" smtClean="0"/>
              <a:pPr/>
              <a:t>3/13/2024</a:t>
            </a:fld>
            <a:endParaRPr lang="en-US" dirty="0"/>
          </a:p>
        </p:txBody>
      </p:sp>
      <p:sp>
        <p:nvSpPr>
          <p:cNvPr id="7"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8"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0136177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F7D59B4B-2C50-4586-84BD-4D320EC6EBD9}" type="datetime1">
              <a:rPr lang="en-US" smtClean="0"/>
              <a:pPr/>
              <a:t>3/13/2024</a:t>
            </a:fld>
            <a:endParaRPr lang="en-US" dirty="0"/>
          </a:p>
        </p:txBody>
      </p:sp>
      <p:sp>
        <p:nvSpPr>
          <p:cNvPr id="6"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7"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6591770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spc="0"/>
            </a:lvl1pPr>
          </a:lstStyle>
          <a:p>
            <a:r>
              <a:rPr lang="zh-TW" altLang="en-US"/>
              <a:t>按一下以編輯母片標題樣式</a:t>
            </a:r>
            <a:endParaRPr lang="en-US"/>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Date Placeholder 3"/>
          <p:cNvSpPr>
            <a:spLocks noGrp="1"/>
          </p:cNvSpPr>
          <p:nvPr>
            <p:ph type="dt" sz="half" idx="10"/>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5D649719-B63D-4E47-856D-7F68299C104A}" type="datetime1">
              <a:rPr lang="en-US" smtClean="0"/>
              <a:pPr/>
              <a:t>3/13/2024</a:t>
            </a:fld>
            <a:endParaRPr lang="en-US" dirty="0"/>
          </a:p>
        </p:txBody>
      </p:sp>
      <p:sp>
        <p:nvSpPr>
          <p:cNvPr id="9"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3763819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7267"/>
          </a:xfrm>
        </p:spPr>
        <p:txBody>
          <a:bodyPr anchor="b"/>
          <a:lstStyle>
            <a:lvl1pPr algn="l">
              <a:defRPr sz="2000" b="1" spc="0"/>
            </a:lvl1pPr>
          </a:lstStyle>
          <a:p>
            <a:r>
              <a:rPr lang="sv-SE" dirty="0"/>
              <a:t>CLICK TO EDIT MASTER TITLE STYLE</a:t>
            </a:r>
            <a:endParaRPr lang="en-US" dirty="0"/>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8" name="Date Placeholder 3"/>
          <p:cNvSpPr>
            <a:spLocks noGrp="1"/>
          </p:cNvSpPr>
          <p:nvPr>
            <p:ph type="dt" sz="half" idx="10"/>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98A4432B-0A9C-4538-8EAD-A15791C047D8}" type="datetime1">
              <a:rPr lang="en-US" smtClean="0"/>
              <a:pPr/>
              <a:t>3/13/2024</a:t>
            </a:fld>
            <a:endParaRPr lang="en-US" dirty="0"/>
          </a:p>
        </p:txBody>
      </p:sp>
      <p:sp>
        <p:nvSpPr>
          <p:cNvPr id="9"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221559520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2FF9E4E4-9C70-4406-9A6D-52770D6BE725}" type="datetime1">
              <a:rPr lang="en-US" smtClean="0"/>
              <a:pPr/>
              <a:t>3/13/2024</a:t>
            </a:fld>
            <a:endParaRPr lang="en-US" dirty="0"/>
          </a:p>
        </p:txBody>
      </p:sp>
      <p:sp>
        <p:nvSpPr>
          <p:cNvPr id="8"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9"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4393842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7" name="Date Placeholder 3"/>
          <p:cNvSpPr>
            <a:spLocks noGrp="1"/>
          </p:cNvSpPr>
          <p:nvPr>
            <p:ph type="dt" sz="half" idx="2"/>
          </p:nvPr>
        </p:nvSpPr>
        <p:spPr>
          <a:xfrm>
            <a:off x="5575635"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866727A8-E01D-4768-991C-F28BB60C4710}" type="datetime1">
              <a:rPr lang="en-US" smtClean="0"/>
              <a:pPr/>
              <a:t>3/13/2024</a:t>
            </a:fld>
            <a:endParaRPr lang="en-US" dirty="0"/>
          </a:p>
        </p:txBody>
      </p:sp>
      <p:sp>
        <p:nvSpPr>
          <p:cNvPr id="8" name="Footer Placeholder 4"/>
          <p:cNvSpPr>
            <a:spLocks noGrp="1"/>
          </p:cNvSpPr>
          <p:nvPr>
            <p:ph type="ftr" sz="quarter" idx="3"/>
          </p:nvPr>
        </p:nvSpPr>
        <p:spPr>
          <a:xfrm>
            <a:off x="2540335"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9"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7535699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1_Title Slide">
    <p:bg>
      <p:bgPr>
        <a:gradFill flip="none" rotWithShape="1">
          <a:gsLst>
            <a:gs pos="40000">
              <a:schemeClr val="bg1"/>
            </a:gs>
            <a:gs pos="0">
              <a:schemeClr val="bg1">
                <a:lumMod val="9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l">
              <a:lnSpc>
                <a:spcPct val="80000"/>
              </a:lnSpc>
              <a:buNone/>
              <a:defRPr spc="-150">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tx1"/>
                </a:solidFill>
              </a:defRPr>
            </a:lvl1pPr>
          </a:lstStyle>
          <a:p>
            <a:r>
              <a:rPr lang="zh-TW" altLang="en-US"/>
              <a:t>按一下以編輯母片標題樣式</a:t>
            </a:r>
            <a:endParaRPr lang="en-US" dirty="0"/>
          </a:p>
        </p:txBody>
      </p:sp>
      <p:pic>
        <p:nvPicPr>
          <p:cNvPr id="5" name="Picture 4" descr="Logotype.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41012" y="1539265"/>
            <a:ext cx="2370836" cy="584454"/>
          </a:xfrm>
          <a:prstGeom prst="rect">
            <a:avLst/>
          </a:prstGeom>
          <a:effectLst/>
        </p:spPr>
      </p:pic>
    </p:spTree>
    <p:extLst>
      <p:ext uri="{BB962C8B-B14F-4D97-AF65-F5344CB8AC3E}">
        <p14:creationId xmlns:p14="http://schemas.microsoft.com/office/powerpoint/2010/main" val="207021528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idx="1"/>
          </p:nvPr>
        </p:nvSpPr>
        <p:spPr/>
        <p:txBody>
          <a:bodyPr/>
          <a:lstStyle>
            <a:lvl1pPr marL="342900" indent="-342900">
              <a:buClr>
                <a:schemeClr val="accent1"/>
              </a:buClr>
              <a:buFont typeface="Wingdings" charset="2"/>
              <a:buChar char="§"/>
              <a:defRPr/>
            </a:lvl1pPr>
            <a:lvl3pPr marL="1143000" indent="-228600">
              <a:buClr>
                <a:schemeClr val="accent1"/>
              </a:buClr>
              <a:buFont typeface="Wingdings" charset="2"/>
              <a:buChar char="§"/>
              <a:defRPr/>
            </a:lvl3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96C6560F-0966-4B6E-ABF4-4A80689B73AD}"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45393654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129817"/>
            <a:ext cx="7772400" cy="1362075"/>
          </a:xfrm>
        </p:spPr>
        <p:txBody>
          <a:bodyPr anchor="t">
            <a:normAutofit/>
          </a:bodyPr>
          <a:lstStyle>
            <a:lvl1pPr algn="l">
              <a:defRPr sz="3000" b="1" cap="all" spc="0"/>
            </a:lvl1pPr>
          </a:lstStyle>
          <a:p>
            <a:r>
              <a:rPr lang="zh-TW" altLang="en-US"/>
              <a:t>按一下以編輯母片標題樣式</a:t>
            </a:r>
            <a:endParaRPr lang="en-US" dirty="0"/>
          </a:p>
        </p:txBody>
      </p:sp>
      <p:sp>
        <p:nvSpPr>
          <p:cNvPr id="3" name="Text Placeholder 2"/>
          <p:cNvSpPr>
            <a:spLocks noGrp="1"/>
          </p:cNvSpPr>
          <p:nvPr>
            <p:ph type="body" idx="1"/>
          </p:nvPr>
        </p:nvSpPr>
        <p:spPr>
          <a:xfrm>
            <a:off x="733233" y="2619305"/>
            <a:ext cx="7772400" cy="1500187"/>
          </a:xfrm>
        </p:spPr>
        <p:txBody>
          <a:bodyPr anchor="b"/>
          <a:lstStyle>
            <a:lvl1pPr marL="0" indent="0">
              <a:buNone/>
              <a:defRPr sz="2000" b="1" i="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a:t>按一下以編輯母片文字樣式</a:t>
            </a:r>
          </a:p>
        </p:txBody>
      </p:sp>
      <p:sp>
        <p:nvSpPr>
          <p:cNvPr id="4" name="Date Placeholder 3"/>
          <p:cNvSpPr>
            <a:spLocks noGrp="1"/>
          </p:cNvSpPr>
          <p:nvPr>
            <p:ph type="dt" sz="half" idx="10"/>
          </p:nvPr>
        </p:nvSpPr>
        <p:spPr/>
        <p:txBody>
          <a:bodyPr/>
          <a:lstStyle/>
          <a:p>
            <a:fld id="{CBB7E13D-D068-4C19-B53D-F56AF70921C0}"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25911944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accent1"/>
                </a:solidFill>
              </a:defRPr>
            </a:lvl1pPr>
          </a:lstStyle>
          <a:p>
            <a:r>
              <a:rPr lang="zh-TW" altLang="en-US"/>
              <a:t>按一下以編輯母片標題樣式</a:t>
            </a:r>
            <a:endParaRPr lang="en-US" dirty="0"/>
          </a:p>
        </p:txBody>
      </p:sp>
      <p:sp>
        <p:nvSpPr>
          <p:cNvPr id="3" name="Content Placeholder 2"/>
          <p:cNvSpPr>
            <a:spLocks noGrp="1"/>
          </p:cNvSpPr>
          <p:nvPr>
            <p:ph sz="half" idx="1"/>
          </p:nvPr>
        </p:nvSpPr>
        <p:spPr>
          <a:xfrm>
            <a:off x="457200" y="1744133"/>
            <a:ext cx="4038600" cy="4203367"/>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48200" y="1744132"/>
            <a:ext cx="4038600" cy="4203368"/>
          </a:xfrm>
        </p:spPr>
        <p:txBody>
          <a:bodyPr/>
          <a:lstStyle>
            <a:lvl1pPr marL="342900" indent="-342900">
              <a:buClr>
                <a:schemeClr val="accent1"/>
              </a:buClr>
              <a:buFont typeface="Wingdings" charset="2"/>
              <a:buChar char="§"/>
              <a:defRPr sz="2800"/>
            </a:lvl1pPr>
            <a:lvl2pPr>
              <a:defRPr sz="2400"/>
            </a:lvl2pPr>
            <a:lvl3pPr marL="1143000" indent="-228600">
              <a:buClr>
                <a:schemeClr val="accent1"/>
              </a:buClr>
              <a:buFont typeface="Wingdings" charset="2"/>
              <a:buChar cha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C59C9814-1E3C-4D3E-A6D9-FC01A6438334}"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1715173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solidFill>
                  <a:schemeClr val="tx2"/>
                </a:solidFill>
              </a:defRPr>
            </a:lvl1pPr>
          </a:lstStyle>
          <a:p>
            <a:r>
              <a:rPr lang="zh-TW" altLang="en-US"/>
              <a:t>按一下以編輯母片標題樣式</a:t>
            </a:r>
            <a:endParaRPr lang="en-US" dirty="0"/>
          </a:p>
        </p:txBody>
      </p:sp>
      <p:sp>
        <p:nvSpPr>
          <p:cNvPr id="3" name="Text Placeholder 2"/>
          <p:cNvSpPr>
            <a:spLocks noGrp="1"/>
          </p:cNvSpPr>
          <p:nvPr>
            <p:ph type="body" idx="1"/>
          </p:nvPr>
        </p:nvSpPr>
        <p:spPr>
          <a:xfrm>
            <a:off x="457200" y="1744133"/>
            <a:ext cx="4040188"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260600"/>
            <a:ext cx="4040188"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45027" y="1744133"/>
            <a:ext cx="4041775" cy="516468"/>
          </a:xfrm>
        </p:spPr>
        <p:txBody>
          <a:bodyPr anchor="b">
            <a:normAutofit/>
          </a:bodyPr>
          <a:lstStyle>
            <a:lvl1pPr marL="0" indent="0">
              <a:buNone/>
              <a:defRPr sz="18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7" y="2260600"/>
            <a:ext cx="4041775" cy="3756811"/>
          </a:xfrm>
        </p:spPr>
        <p:txBody>
          <a:bodyPr/>
          <a:lstStyle>
            <a:lvl1pPr marL="342900" indent="-342900">
              <a:buClr>
                <a:schemeClr val="accent1"/>
              </a:buClr>
              <a:buFont typeface="Wingdings" charset="2"/>
              <a:buChar char="§"/>
              <a:defRPr sz="2400"/>
            </a:lvl1pPr>
            <a:lvl2pPr>
              <a:defRPr sz="2000"/>
            </a:lvl2pPr>
            <a:lvl3pPr marL="1143000" indent="-228600">
              <a:buClr>
                <a:schemeClr val="accent1"/>
              </a:buClr>
              <a:buFont typeface="Wingdings" charset="2"/>
              <a:buChar cha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3188424E-D5C8-4E6E-BA34-E719FB378E7D}" type="datetime1">
              <a:rPr lang="en-US" smtClean="0"/>
              <a:pPr/>
              <a:t>3/13/2024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50412438"/>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AEF8FA2B-5A96-49E9-9BDA-39585CD8E66B}" type="datetime1">
              <a:rPr lang="en-US" smtClean="0"/>
              <a:pPr/>
              <a:t>3/13/2024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732258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3EF01F-EC2E-4EA9-905C-F0587077F22B}" type="datetime1">
              <a:rPr lang="en-US" smtClean="0"/>
              <a:pPr/>
              <a:t>3/13/2024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7955667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2" y="273049"/>
            <a:ext cx="3008313" cy="1162051"/>
          </a:xfrm>
        </p:spPr>
        <p:txBody>
          <a:bodyPr anchor="b"/>
          <a:lstStyle>
            <a:lvl1pPr algn="l">
              <a:defRPr sz="2000" b="1" spc="0"/>
            </a:lvl1pPr>
          </a:lstStyle>
          <a:p>
            <a:r>
              <a:rPr lang="zh-TW" altLang="en-US"/>
              <a:t>按一下以編輯母片標題樣式</a:t>
            </a:r>
            <a:endParaRPr lang="en-US" dirty="0"/>
          </a:p>
        </p:txBody>
      </p:sp>
      <p:sp>
        <p:nvSpPr>
          <p:cNvPr id="3" name="Content Placeholder 2"/>
          <p:cNvSpPr>
            <a:spLocks noGrp="1"/>
          </p:cNvSpPr>
          <p:nvPr>
            <p:ph idx="1"/>
          </p:nvPr>
        </p:nvSpPr>
        <p:spPr>
          <a:xfrm>
            <a:off x="3575050" y="273051"/>
            <a:ext cx="5111750" cy="5700391"/>
          </a:xfrm>
        </p:spPr>
        <p:txBody>
          <a:bodyPr/>
          <a:lstStyle>
            <a:lvl1pPr marL="342900" indent="-342900">
              <a:buClr>
                <a:schemeClr val="accent1"/>
              </a:buClr>
              <a:buFont typeface="Wingdings" charset="2"/>
              <a:buChar char="§"/>
              <a:defRPr sz="3200"/>
            </a:lvl1pPr>
            <a:lvl2pPr>
              <a:defRPr sz="2800"/>
            </a:lvl2pPr>
            <a:lvl3pPr marL="1143000" indent="-228600">
              <a:buClr>
                <a:schemeClr val="accent1"/>
              </a:buClr>
              <a:buFont typeface="Wingdings" charset="2"/>
              <a:buChar cha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457202" y="1435102"/>
            <a:ext cx="3008313" cy="4538340"/>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EE86CEA6-A465-47F9-98B6-08695F01BD81}"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368992082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497343"/>
            <a:ext cx="5486400" cy="566739"/>
          </a:xfrm>
        </p:spPr>
        <p:txBody>
          <a:bodyPr anchor="b"/>
          <a:lstStyle>
            <a:lvl1pPr algn="l">
              <a:defRPr sz="2000" b="1" spc="0">
                <a:solidFill>
                  <a:schemeClr val="accent1"/>
                </a:solidFill>
              </a:defRPr>
            </a:lvl1pPr>
          </a:lstStyle>
          <a:p>
            <a:r>
              <a:rPr lang="sv-SE" dirty="0"/>
              <a:t>CLICK TO EDIT MASTER TITLE STYLE</a:t>
            </a:r>
            <a:endParaRPr lang="en-US" dirty="0"/>
          </a:p>
        </p:txBody>
      </p:sp>
      <p:sp>
        <p:nvSpPr>
          <p:cNvPr id="3" name="Picture Placeholder 2"/>
          <p:cNvSpPr>
            <a:spLocks noGrp="1"/>
          </p:cNvSpPr>
          <p:nvPr>
            <p:ph type="pic" idx="1"/>
          </p:nvPr>
        </p:nvSpPr>
        <p:spPr>
          <a:xfrm>
            <a:off x="1792288" y="612775"/>
            <a:ext cx="5486400" cy="386924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792288" y="5064081"/>
            <a:ext cx="5486400" cy="8048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5" name="Date Placeholder 4"/>
          <p:cNvSpPr>
            <a:spLocks noGrp="1"/>
          </p:cNvSpPr>
          <p:nvPr>
            <p:ph type="dt" sz="half" idx="10"/>
          </p:nvPr>
        </p:nvSpPr>
        <p:spPr/>
        <p:txBody>
          <a:bodyPr/>
          <a:lstStyle/>
          <a:p>
            <a:fld id="{AE8FDA59-BECC-4DB1-8974-CC0E1A39ED4B}" type="datetime1">
              <a:rPr lang="en-US" smtClean="0"/>
              <a:pPr/>
              <a:t>3/13/2024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104534829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22805DFA-7CA1-4A03-9FC3-3BDD25184270}"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44404729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698803"/>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4639"/>
            <a:ext cx="6019800" cy="5698803"/>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Date Placeholder 3"/>
          <p:cNvSpPr>
            <a:spLocks noGrp="1"/>
          </p:cNvSpPr>
          <p:nvPr>
            <p:ph type="dt" sz="half" idx="10"/>
          </p:nvPr>
        </p:nvSpPr>
        <p:spPr/>
        <p:txBody>
          <a:bodyPr/>
          <a:lstStyle/>
          <a:p>
            <a:fld id="{73A37FA9-D5F7-41CF-A71E-05E7BCF16060}" type="datetime1">
              <a:rPr lang="en-US" smtClean="0"/>
              <a:pPr/>
              <a:t>3/13/2024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57DEA8-FBF5-4ADB-B880-CDCFE3CE5324}" type="slidenum">
              <a:rPr lang="en-US" smtClean="0"/>
              <a:pPr/>
              <a:t>‹#›</a:t>
            </a:fld>
            <a:endParaRPr lang="en-US"/>
          </a:p>
        </p:txBody>
      </p:sp>
    </p:spTree>
    <p:extLst>
      <p:ext uri="{BB962C8B-B14F-4D97-AF65-F5344CB8AC3E}">
        <p14:creationId xmlns:p14="http://schemas.microsoft.com/office/powerpoint/2010/main" val="294655541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type="title">
  <p:cSld name="標題投影片">
    <p:bg>
      <p:bgRef idx="1003">
        <a:schemeClr val="bg2"/>
      </p:bgRef>
    </p:bg>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173157"/>
            <a:ext cx="7772400" cy="1470025"/>
          </a:xfrm>
        </p:spPr>
        <p:txBody>
          <a:bodyPr anchor="b"/>
          <a:lstStyle>
            <a:lvl1pPr algn="l">
              <a:defRPr sz="4800"/>
            </a:lvl1pPr>
          </a:lstStyle>
          <a:p>
            <a:r>
              <a:rPr kumimoji="0" lang="zh-TW" altLang="en-US"/>
              <a:t>按一下以編輯母片標題樣式</a:t>
            </a:r>
            <a:endParaRPr kumimoji="0" lang="en-US"/>
          </a:p>
        </p:txBody>
      </p:sp>
      <p:sp>
        <p:nvSpPr>
          <p:cNvPr id="3" name="副標題 2"/>
          <p:cNvSpPr>
            <a:spLocks noGrp="1"/>
          </p:cNvSpPr>
          <p:nvPr>
            <p:ph type="subTitle" idx="1"/>
          </p:nvPr>
        </p:nvSpPr>
        <p:spPr>
          <a:xfrm>
            <a:off x="687716" y="2643182"/>
            <a:ext cx="6670366" cy="1752600"/>
          </a:xfrm>
        </p:spPr>
        <p:txBody>
          <a:bodyPr/>
          <a:lstStyle>
            <a:lvl1pPr marL="0" indent="0" algn="l">
              <a:buNone/>
              <a:defRPr sz="28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zh-TW" altLang="en-US"/>
              <a:t>按一下以編輯母片副標題樣式</a:t>
            </a:r>
            <a:endParaRPr kumimoji="0" lang="en-US"/>
          </a:p>
        </p:txBody>
      </p:sp>
      <p:sp>
        <p:nvSpPr>
          <p:cNvPr id="4" name="日期版面配置區 3"/>
          <p:cNvSpPr>
            <a:spLocks noGrp="1"/>
          </p:cNvSpPr>
          <p:nvPr>
            <p:ph type="dt" sz="half" idx="10"/>
          </p:nvPr>
        </p:nvSpPr>
        <p:spPr/>
        <p:txBody>
          <a:bodyPr/>
          <a:lstStyle/>
          <a:p>
            <a:fld id="{B1375C49-418C-43B2-A624-A3A53A11B5A9}" type="datetime1">
              <a:rPr lang="en-US" smtClean="0"/>
              <a:pPr/>
              <a:t>3/13/2024</a:t>
            </a:fld>
            <a:endParaRPr lang="en-US"/>
          </a:p>
        </p:txBody>
      </p:sp>
      <p:sp>
        <p:nvSpPr>
          <p:cNvPr id="5" name="頁尾版面配置區 4"/>
          <p:cNvSpPr>
            <a:spLocks noGrp="1"/>
          </p:cNvSpPr>
          <p:nvPr>
            <p:ph type="ftr" sz="quarter" idx="11"/>
          </p:nvPr>
        </p:nvSpPr>
        <p:spPr/>
        <p:txBody>
          <a:bodyPr/>
          <a:lstStyle/>
          <a:p>
            <a:endParaRPr lang="en-US"/>
          </a:p>
        </p:txBody>
      </p:sp>
      <p:sp>
        <p:nvSpPr>
          <p:cNvPr id="6" name="投影片編號版面配置區 5"/>
          <p:cNvSpPr>
            <a:spLocks noGrp="1"/>
          </p:cNvSpPr>
          <p:nvPr>
            <p:ph type="sldNum" sz="quarter" idx="12"/>
          </p:nvPr>
        </p:nvSpPr>
        <p:spPr/>
        <p:txBody>
          <a:bodyPr/>
          <a:lstStyle/>
          <a:p>
            <a:fld id="{5157DEA8-FBF5-4ADB-B880-CDCFE3CE5324}" type="slidenum">
              <a:rPr lang="en-US" smtClean="0"/>
              <a:pPr/>
              <a:t>‹#›</a:t>
            </a:fld>
            <a:endParaRPr lang="en-US"/>
          </a:p>
        </p:txBody>
      </p:sp>
    </p:spTree>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2_Title Slide">
    <p:bg>
      <p:bgPr>
        <a:gradFill flip="none" rotWithShape="1">
          <a:gsLst>
            <a:gs pos="40000">
              <a:schemeClr val="tx1"/>
            </a:gs>
            <a:gs pos="0">
              <a:schemeClr val="bg2">
                <a:lumMod val="25000"/>
              </a:schemeClr>
            </a:gs>
          </a:gsLst>
          <a:lin ang="16200000" scaled="0"/>
          <a:tileRect/>
        </a:gradFill>
        <a:effectLst/>
      </p:bgPr>
    </p:bg>
    <p:spTree>
      <p:nvGrpSpPr>
        <p:cNvPr id="1" name=""/>
        <p:cNvGrpSpPr/>
        <p:nvPr/>
      </p:nvGrpSpPr>
      <p:grpSpPr>
        <a:xfrm>
          <a:off x="0" y="0"/>
          <a:ext cx="0" cy="0"/>
          <a:chOff x="0" y="0"/>
          <a:chExt cx="0" cy="0"/>
        </a:xfrm>
      </p:grpSpPr>
      <p:sp>
        <p:nvSpPr>
          <p:cNvPr id="3" name="Subtitle 2"/>
          <p:cNvSpPr>
            <a:spLocks noGrp="1"/>
          </p:cNvSpPr>
          <p:nvPr>
            <p:ph type="subTitle" idx="1"/>
          </p:nvPr>
        </p:nvSpPr>
        <p:spPr>
          <a:xfrm>
            <a:off x="3594100" y="4233563"/>
            <a:ext cx="5092700" cy="2329101"/>
          </a:xfrm>
        </p:spPr>
        <p:txBody>
          <a:bodyPr/>
          <a:lstStyle>
            <a:lvl1pPr marL="0" indent="0" algn="ctr">
              <a:lnSpc>
                <a:spcPct val="80000"/>
              </a:lnSpc>
              <a:buNone/>
              <a:defRPr spc="-150">
                <a:solidFill>
                  <a:schemeClr val="accent6"/>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dirty="0"/>
          </a:p>
        </p:txBody>
      </p:sp>
      <p:sp>
        <p:nvSpPr>
          <p:cNvPr id="9" name="Title 8"/>
          <p:cNvSpPr>
            <a:spLocks noGrp="1"/>
          </p:cNvSpPr>
          <p:nvPr>
            <p:ph type="title"/>
          </p:nvPr>
        </p:nvSpPr>
        <p:spPr>
          <a:xfrm>
            <a:off x="3594100" y="1463066"/>
            <a:ext cx="5092700" cy="2770497"/>
          </a:xfrm>
        </p:spPr>
        <p:txBody>
          <a:bodyPr anchor="t"/>
          <a:lstStyle>
            <a:lvl1pPr algn="l">
              <a:lnSpc>
                <a:spcPct val="80000"/>
              </a:lnSpc>
              <a:defRPr b="1" spc="-150">
                <a:solidFill>
                  <a:schemeClr val="bg1"/>
                </a:solidFill>
              </a:defRPr>
            </a:lvl1pPr>
          </a:lstStyle>
          <a:p>
            <a:r>
              <a:rPr lang="zh-TW" altLang="en-US"/>
              <a:t>按一下以編輯母片標題樣式</a:t>
            </a:r>
            <a:endParaRPr lang="en-US" dirty="0"/>
          </a:p>
        </p:txBody>
      </p:sp>
      <p:pic>
        <p:nvPicPr>
          <p:cNvPr id="5" name="Picture 4" descr="Logotype.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41012" y="1539268"/>
            <a:ext cx="2370836" cy="584454"/>
          </a:xfrm>
          <a:prstGeom prst="rect">
            <a:avLst/>
          </a:prstGeom>
          <a:effectLst/>
        </p:spPr>
      </p:pic>
    </p:spTree>
    <p:extLst>
      <p:ext uri="{BB962C8B-B14F-4D97-AF65-F5344CB8AC3E}">
        <p14:creationId xmlns:p14="http://schemas.microsoft.com/office/powerpoint/2010/main" val="186029966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1485"/>
            <a:ext cx="7772400" cy="1468967"/>
          </a:xfrm>
        </p:spPr>
        <p:txBody>
          <a:bodyPr/>
          <a:lstStyle/>
          <a:p>
            <a:r>
              <a:rPr lang="zh-TW" altLang="en-US"/>
              <a:t>按一下以編輯母片標題樣式</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B4D1C8AB-27A9-4605-B568-C06896D029B4}"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9935957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Box 3"/>
          <p:cNvSpPr txBox="1"/>
          <p:nvPr userDrawn="1"/>
        </p:nvSpPr>
        <p:spPr>
          <a:xfrm>
            <a:off x="3962400" y="6775450"/>
            <a:ext cx="184666" cy="646331"/>
          </a:xfrm>
          <a:prstGeom prst="rect">
            <a:avLst/>
          </a:prstGeom>
          <a:noFill/>
        </p:spPr>
        <p:txBody>
          <a:bodyPr wrap="none" rtlCol="0">
            <a:spAutoFit/>
          </a:bodyPr>
          <a:lstStyle/>
          <a:p>
            <a:endParaRPr lang="en-US" dirty="0"/>
          </a:p>
          <a:p>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DA1D1D6B-EC93-4C94-892B-C7C32FD75F8B}"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115137133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3133"/>
          </a:xfrm>
        </p:spPr>
        <p:txBody>
          <a:bodyPr anchor="t"/>
          <a:lstStyle>
            <a:lvl1pPr algn="l">
              <a:defRPr sz="4000" b="1" cap="all"/>
            </a:lvl1pPr>
          </a:lstStyle>
          <a:p>
            <a:r>
              <a:rPr lang="zh-TW" altLang="en-US"/>
              <a:t>按一下以編輯母片標題樣式</a:t>
            </a:r>
            <a:endParaRPr lang="en-US"/>
          </a:p>
        </p:txBody>
      </p:sp>
      <p:sp>
        <p:nvSpPr>
          <p:cNvPr id="3" name="Text Placeholder 2"/>
          <p:cNvSpPr>
            <a:spLocks noGrp="1"/>
          </p:cNvSpPr>
          <p:nvPr>
            <p:ph type="body" idx="1" hasCustomPrompt="1"/>
          </p:nvPr>
        </p:nvSpPr>
        <p:spPr>
          <a:xfrm>
            <a:off x="722313" y="2906185"/>
            <a:ext cx="7772400" cy="1500716"/>
          </a:xfrm>
        </p:spPr>
        <p:txBody>
          <a:bodyPr anchor="b"/>
          <a:lstStyle>
            <a:lvl1pPr marL="0" indent="0">
              <a:buNone/>
              <a:defRPr sz="2000" b="1" spc="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sv-SE" dirty="0"/>
              <a:t>CLICK TO EDIT MASTER TEXT STYLES</a:t>
            </a:r>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CFC2E9D1-037C-4353-9288-737DAF8A9462}"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98793119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Content Placeholder 2"/>
          <p:cNvSpPr>
            <a:spLocks noGrp="1"/>
          </p:cNvSpPr>
          <p:nvPr>
            <p:ph sz="half" idx="1"/>
          </p:nvPr>
        </p:nvSpPr>
        <p:spPr>
          <a:xfrm>
            <a:off x="457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Content Placeholder 3"/>
          <p:cNvSpPr>
            <a:spLocks noGrp="1"/>
          </p:cNvSpPr>
          <p:nvPr>
            <p:ph sz="half" idx="2"/>
          </p:nvPr>
        </p:nvSpPr>
        <p:spPr>
          <a:xfrm>
            <a:off x="4648200" y="1600201"/>
            <a:ext cx="4038600" cy="452543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190FCB46-1380-46BF-80AD-E5515DED341C}"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30221397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TW" altLang="en-US"/>
              <a:t>按一下以編輯母片標題樣式</a:t>
            </a:r>
            <a:endParaRPr lang="en-US"/>
          </a:p>
        </p:txBody>
      </p:sp>
      <p:sp>
        <p:nvSpPr>
          <p:cNvPr id="3" name="Text Placeholder 2"/>
          <p:cNvSpPr>
            <a:spLocks noGrp="1"/>
          </p:cNvSpPr>
          <p:nvPr>
            <p:ph type="body" idx="1"/>
          </p:nvPr>
        </p:nvSpPr>
        <p:spPr>
          <a:xfrm>
            <a:off x="457200" y="1534584"/>
            <a:ext cx="4040188"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Content Placeholder 3"/>
          <p:cNvSpPr>
            <a:spLocks noGrp="1"/>
          </p:cNvSpPr>
          <p:nvPr>
            <p:ph sz="half" idx="2"/>
          </p:nvPr>
        </p:nvSpPr>
        <p:spPr>
          <a:xfrm>
            <a:off x="457200" y="2175934"/>
            <a:ext cx="4040188"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5" name="Text Placeholder 4"/>
          <p:cNvSpPr>
            <a:spLocks noGrp="1"/>
          </p:cNvSpPr>
          <p:nvPr>
            <p:ph type="body" sz="quarter" idx="3"/>
          </p:nvPr>
        </p:nvSpPr>
        <p:spPr>
          <a:xfrm>
            <a:off x="4645026" y="1534584"/>
            <a:ext cx="4041775" cy="641349"/>
          </a:xfrm>
        </p:spPr>
        <p:txBody>
          <a:bodyPr anchor="b"/>
          <a:lstStyle>
            <a:lvl1pPr marL="0" indent="0">
              <a:buNone/>
              <a:defRPr sz="2400" b="1" spc="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Content Placeholder 5"/>
          <p:cNvSpPr>
            <a:spLocks noGrp="1"/>
          </p:cNvSpPr>
          <p:nvPr>
            <p:ph sz="quarter" idx="4"/>
          </p:nvPr>
        </p:nvSpPr>
        <p:spPr>
          <a:xfrm>
            <a:off x="4645026" y="2175934"/>
            <a:ext cx="4041775" cy="39497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3"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672625CC-B541-4D3C-9897-4F4554750CF4}" type="datetime1">
              <a:rPr lang="en-US" smtClean="0"/>
              <a:pPr/>
              <a:t>3/13/2024</a:t>
            </a:fld>
            <a:endParaRPr lang="en-US" dirty="0"/>
          </a:p>
        </p:txBody>
      </p:sp>
      <p:sp>
        <p:nvSpPr>
          <p:cNvPr id="14" name="Footer Placeholder 4"/>
          <p:cNvSpPr>
            <a:spLocks noGrp="1"/>
          </p:cNvSpPr>
          <p:nvPr>
            <p:ph type="ftr" sz="quarter" idx="11"/>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5" name="Slide Number Placeholder 5"/>
          <p:cNvSpPr>
            <a:spLocks noGrp="1"/>
          </p:cNvSpPr>
          <p:nvPr>
            <p:ph type="sldNum" sz="quarter" idx="12"/>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31597682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9"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ED644C34-56C5-49B2-808E-4B7866EE8E73}" type="datetime1">
              <a:rPr lang="en-US" smtClean="0"/>
              <a:pPr/>
              <a:t>3/13/2024</a:t>
            </a:fld>
            <a:endParaRPr lang="en-US" dirty="0"/>
          </a:p>
        </p:txBody>
      </p:sp>
      <p:sp>
        <p:nvSpPr>
          <p:cNvPr id="10"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1"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801361779"/>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8"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01FD06B8-E7C2-4ECF-8128-BBE2BB46BB42}" type="datetime1">
              <a:rPr lang="en-US" smtClean="0"/>
              <a:pPr/>
              <a:t>3/13/2024</a:t>
            </a:fld>
            <a:endParaRPr lang="en-US" dirty="0"/>
          </a:p>
        </p:txBody>
      </p:sp>
      <p:sp>
        <p:nvSpPr>
          <p:cNvPr id="9"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0"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65917705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2"/>
            <a:ext cx="3008313" cy="1162049"/>
          </a:xfrm>
        </p:spPr>
        <p:txBody>
          <a:bodyPr anchor="b"/>
          <a:lstStyle>
            <a:lvl1pPr algn="l">
              <a:defRPr sz="2000" b="1" spc="0"/>
            </a:lvl1pPr>
          </a:lstStyle>
          <a:p>
            <a:r>
              <a:rPr lang="zh-TW" altLang="en-US"/>
              <a:t>按一下以編輯母片標題樣式</a:t>
            </a:r>
            <a:endParaRPr lang="en-US"/>
          </a:p>
        </p:txBody>
      </p:sp>
      <p:sp>
        <p:nvSpPr>
          <p:cNvPr id="3" name="Content Placeholder 2"/>
          <p:cNvSpPr>
            <a:spLocks noGrp="1"/>
          </p:cNvSpPr>
          <p:nvPr>
            <p:ph idx="1"/>
          </p:nvPr>
        </p:nvSpPr>
        <p:spPr>
          <a:xfrm>
            <a:off x="3575050" y="273051"/>
            <a:ext cx="5111750" cy="585258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4" name="Text Placeholder 3"/>
          <p:cNvSpPr>
            <a:spLocks noGrp="1"/>
          </p:cNvSpPr>
          <p:nvPr>
            <p:ph type="body" sz="half" idx="2"/>
          </p:nvPr>
        </p:nvSpPr>
        <p:spPr>
          <a:xfrm>
            <a:off x="457201" y="1435100"/>
            <a:ext cx="3008313" cy="46905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BBDD2CDD-EF08-4B13-B118-D23C36D5C795}"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3763819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2288" y="4800600"/>
            <a:ext cx="5486400" cy="567267"/>
          </a:xfrm>
        </p:spPr>
        <p:txBody>
          <a:bodyPr anchor="b"/>
          <a:lstStyle>
            <a:lvl1pPr algn="l">
              <a:defRPr sz="2000" b="1" spc="0"/>
            </a:lvl1pPr>
          </a:lstStyle>
          <a:p>
            <a:r>
              <a:rPr lang="sv-SE" dirty="0"/>
              <a:t>CLICK TO EDIT MASTER TITLE STYLE</a:t>
            </a:r>
            <a:endParaRPr lang="en-US" dirty="0"/>
          </a:p>
        </p:txBody>
      </p:sp>
      <p:sp>
        <p:nvSpPr>
          <p:cNvPr id="3" name="Picture Placeholder 2"/>
          <p:cNvSpPr>
            <a:spLocks noGrp="1"/>
          </p:cNvSpPr>
          <p:nvPr>
            <p:ph type="pic" idx="1"/>
          </p:nvPr>
        </p:nvSpPr>
        <p:spPr>
          <a:xfrm>
            <a:off x="1792288" y="613833"/>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a:p>
        </p:txBody>
      </p:sp>
      <p:sp>
        <p:nvSpPr>
          <p:cNvPr id="4" name="Text Placeholder 3"/>
          <p:cNvSpPr>
            <a:spLocks noGrp="1"/>
          </p:cNvSpPr>
          <p:nvPr>
            <p:ph type="body" sz="half" idx="2"/>
          </p:nvPr>
        </p:nvSpPr>
        <p:spPr>
          <a:xfrm>
            <a:off x="1792288" y="5367867"/>
            <a:ext cx="5486400" cy="804333"/>
          </a:xfrm>
        </p:spPr>
        <p:txBody>
          <a:bodyPr/>
          <a:lstStyle>
            <a:lvl1pPr marL="0" indent="0">
              <a:buNone/>
              <a:defRPr sz="1400" spc="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按一下以編輯母片文字樣式</a:t>
            </a:r>
          </a:p>
        </p:txBody>
      </p:sp>
      <p:sp>
        <p:nvSpPr>
          <p:cNvPr id="11" name="Date Placeholder 3"/>
          <p:cNvSpPr>
            <a:spLocks noGrp="1"/>
          </p:cNvSpPr>
          <p:nvPr>
            <p:ph type="dt" sz="half" idx="10"/>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80D6924F-61D3-40BC-B87B-78A636C26E58}"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221559520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a:p>
        </p:txBody>
      </p:sp>
      <p:sp>
        <p:nvSpPr>
          <p:cNvPr id="3" name="Vertical Text Placeholder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2B7A4065-5267-49BC-9BE0-DAF889460972}"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404393842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5167"/>
            <a:ext cx="2057400" cy="5850467"/>
          </a:xfrm>
        </p:spPr>
        <p:txBody>
          <a:bodyPr vert="eaVert"/>
          <a:lstStyle/>
          <a:p>
            <a:r>
              <a:rPr lang="zh-TW" altLang="en-US"/>
              <a:t>按一下以編輯母片標題樣式</a:t>
            </a:r>
            <a:endParaRPr lang="en-US"/>
          </a:p>
        </p:txBody>
      </p:sp>
      <p:sp>
        <p:nvSpPr>
          <p:cNvPr id="3" name="Vertical Text Placeholder 2"/>
          <p:cNvSpPr>
            <a:spLocks noGrp="1"/>
          </p:cNvSpPr>
          <p:nvPr>
            <p:ph type="body" orient="vert" idx="1"/>
          </p:nvPr>
        </p:nvSpPr>
        <p:spPr>
          <a:xfrm>
            <a:off x="457200" y="275167"/>
            <a:ext cx="6019800" cy="5850467"/>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1200">
                <a:solidFill>
                  <a:schemeClr val="tx2"/>
                </a:solidFill>
              </a:defRPr>
            </a:lvl1pPr>
          </a:lstStyle>
          <a:p>
            <a:fld id="{86D58614-E7E9-4689-BB2D-94A2CBF505BE}" type="datetime1">
              <a:rPr lang="en-US" smtClean="0"/>
              <a:pPr/>
              <a:t>3/13/2024</a:t>
            </a:fld>
            <a:endParaRPr lang="en-US" dirty="0"/>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1200">
                <a:solidFill>
                  <a:schemeClr val="tx2"/>
                </a:solidFill>
              </a:defRPr>
            </a:lvl1pPr>
          </a:lstStyle>
          <a:p>
            <a:endParaRPr lang="en-US" altLang="zh-TW" dirty="0"/>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1200" b="1">
                <a:solidFill>
                  <a:schemeClr val="accent1">
                    <a:lumMod val="60000"/>
                    <a:lumOff val="40000"/>
                  </a:schemeClr>
                </a:solidFill>
              </a:defRPr>
            </a:lvl1pPr>
          </a:lstStyle>
          <a:p>
            <a:fld id="{3E54FAAE-D303-1440-B1E5-D1AB6CEFDBFD}" type="slidenum">
              <a:rPr lang="en-US" smtClean="0"/>
              <a:pPr/>
              <a:t>‹#›</a:t>
            </a:fld>
            <a:endParaRPr lang="en-US" dirty="0"/>
          </a:p>
        </p:txBody>
      </p:sp>
    </p:spTree>
    <p:extLst>
      <p:ext uri="{BB962C8B-B14F-4D97-AF65-F5344CB8AC3E}">
        <p14:creationId xmlns:p14="http://schemas.microsoft.com/office/powerpoint/2010/main" val="753569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3.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theme" Target="../theme/theme3.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image" Target="../media/image1.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theme" Target="../theme/theme4.xml"/><Relationship Id="rId3" Type="http://schemas.openxmlformats.org/officeDocument/2006/relationships/slideLayout" Target="../slideLayouts/slideLayout39.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2" Type="http://schemas.openxmlformats.org/officeDocument/2006/relationships/slideLayout" Target="../slideLayouts/slideLayout38.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5" Type="http://schemas.openxmlformats.org/officeDocument/2006/relationships/slideLayout" Target="../slideLayouts/slideLayout41.xml"/><Relationship Id="rId10" Type="http://schemas.openxmlformats.org/officeDocument/2006/relationships/slideLayout" Target="../slideLayouts/slideLayout46.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theme" Target="../theme/theme5.xml"/><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2" Type="http://schemas.openxmlformats.org/officeDocument/2006/relationships/slideLayout" Target="../slideLayouts/slideLayout50.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image" Target="../media/image1.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68.xml"/><Relationship Id="rId13" Type="http://schemas.openxmlformats.org/officeDocument/2006/relationships/theme" Target="../theme/theme6.xml"/><Relationship Id="rId3" Type="http://schemas.openxmlformats.org/officeDocument/2006/relationships/slideLayout" Target="../slideLayouts/slideLayout63.xml"/><Relationship Id="rId7" Type="http://schemas.openxmlformats.org/officeDocument/2006/relationships/slideLayout" Target="../slideLayouts/slideLayout67.xml"/><Relationship Id="rId12" Type="http://schemas.openxmlformats.org/officeDocument/2006/relationships/slideLayout" Target="../slideLayouts/slideLayout72.xml"/><Relationship Id="rId2" Type="http://schemas.openxmlformats.org/officeDocument/2006/relationships/slideLayout" Target="../slideLayouts/slideLayout62.xml"/><Relationship Id="rId1" Type="http://schemas.openxmlformats.org/officeDocument/2006/relationships/slideLayout" Target="../slideLayouts/slideLayout61.xml"/><Relationship Id="rId6" Type="http://schemas.openxmlformats.org/officeDocument/2006/relationships/slideLayout" Target="../slideLayouts/slideLayout66.xml"/><Relationship Id="rId11" Type="http://schemas.openxmlformats.org/officeDocument/2006/relationships/slideLayout" Target="../slideLayouts/slideLayout71.xml"/><Relationship Id="rId5" Type="http://schemas.openxmlformats.org/officeDocument/2006/relationships/slideLayout" Target="../slideLayouts/slideLayout65.xml"/><Relationship Id="rId10" Type="http://schemas.openxmlformats.org/officeDocument/2006/relationships/slideLayout" Target="../slideLayouts/slideLayout70.xml"/><Relationship Id="rId4" Type="http://schemas.openxmlformats.org/officeDocument/2006/relationships/slideLayout" Target="../slideLayouts/slideLayout64.xml"/><Relationship Id="rId9" Type="http://schemas.openxmlformats.org/officeDocument/2006/relationships/slideLayout" Target="../slideLayouts/slideLayout6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599"/>
            <a:ext cx="8229600" cy="1134535"/>
          </a:xfrm>
          <a:prstGeom prst="rect">
            <a:avLst/>
          </a:prstGeom>
        </p:spPr>
        <p:txBody>
          <a:bodyPr vert="horz" lIns="91440" tIns="45720" rIns="91440" bIns="45720" rtlCol="0" anchor="t">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457200" y="1744133"/>
            <a:ext cx="8229600" cy="4289481"/>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76E2139D-10B1-4652-A7FA-78B59EB4FE15}" type="datetime1">
              <a:rPr lang="en-US" smtClean="0"/>
              <a:pPr/>
              <a:t>3/13/2024</a:t>
            </a:fld>
            <a:endParaRPr lang="en-US"/>
          </a:p>
        </p:txBody>
      </p:sp>
      <p:sp>
        <p:nvSpPr>
          <p:cNvPr id="5"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p>
        </p:txBody>
      </p:sp>
      <p:sp>
        <p:nvSpPr>
          <p:cNvPr id="6"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5157DEA8-FBF5-4ADB-B880-CDCFE3CE5324}" type="slidenum">
              <a:rPr lang="en-US" smtClean="0"/>
              <a:pPr/>
              <a:t>‹#›</a:t>
            </a:fld>
            <a:endParaRPr lang="en-US"/>
          </a:p>
        </p:txBody>
      </p:sp>
      <p:pic>
        <p:nvPicPr>
          <p:cNvPr id="8" name="Picture 7" descr="Logotype.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0852" y="6361222"/>
            <a:ext cx="760781" cy="190561"/>
          </a:xfrm>
          <a:prstGeom prst="rect">
            <a:avLst/>
          </a:prstGeom>
        </p:spPr>
      </p:pic>
      <p:sp>
        <p:nvSpPr>
          <p:cNvPr id="9"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chemeClr val="accent1"/>
                </a:solidFill>
              </a:rPr>
              <a:t>CONFIDENTIAL A</a:t>
            </a:r>
          </a:p>
        </p:txBody>
      </p:sp>
      <p:sp>
        <p:nvSpPr>
          <p:cNvPr id="7"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8AB500CC-5729-422E-8ED9-42F8E4C472F8}"/>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3097852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hf hdr="0" ftr="0" dt="0"/>
  <p:txStyles>
    <p:titleStyle>
      <a:lvl1pPr algn="ctr" defTabSz="457200" rtl="0" eaLnBrk="1" latinLnBrk="0" hangingPunct="1">
        <a:lnSpc>
          <a:spcPct val="80000"/>
        </a:lnSpc>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2"/>
        </a:buClr>
        <a:buFont typeface="Wingdings" charset="2"/>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2"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D2E3FEB1-C17A-47A9-AABC-E77B13364A9E}" type="datetime1">
              <a:rPr lang="en-US" smtClean="0"/>
              <a:pPr/>
              <a:t>3/13/2024</a:t>
            </a:fld>
            <a:endParaRPr lang="en-US" dirty="0"/>
          </a:p>
        </p:txBody>
      </p:sp>
      <p:sp>
        <p:nvSpPr>
          <p:cNvPr id="13"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ltLang="zh-TW" dirty="0"/>
          </a:p>
        </p:txBody>
      </p:sp>
      <p:sp>
        <p:nvSpPr>
          <p:cNvPr id="14"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3E54FAAE-D303-1440-B1E5-D1AB6CEFDBFD}" type="slidenum">
              <a:rPr lang="en-US" smtClean="0"/>
              <a:pPr/>
              <a:t>‹#›</a:t>
            </a:fld>
            <a:endParaRPr lang="en-US" dirty="0"/>
          </a:p>
        </p:txBody>
      </p:sp>
      <p:sp>
        <p:nvSpPr>
          <p:cNvPr id="16"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chemeClr val="accent1"/>
                </a:solidFill>
              </a:rPr>
              <a:t>CONFIDENTIAL A</a:t>
            </a:r>
          </a:p>
        </p:txBody>
      </p:sp>
      <p:pic>
        <p:nvPicPr>
          <p:cNvPr id="18" name="Picture 17" descr="Logotype.png"/>
          <p:cNvPicPr>
            <a:picLocks noChangeAspect="1"/>
          </p:cNvPicPr>
          <p:nvPr/>
        </p:nvPicPr>
        <p:blipFill>
          <a:blip r:embed="rId14" cstate="print"/>
          <a:stretch>
            <a:fillRect/>
          </a:stretch>
        </p:blipFill>
        <p:spPr>
          <a:xfrm>
            <a:off x="438623" y="6361221"/>
            <a:ext cx="773010" cy="190561"/>
          </a:xfrm>
          <a:prstGeom prst="rect">
            <a:avLst/>
          </a:prstGeom>
        </p:spPr>
      </p:pic>
      <p:sp>
        <p:nvSpPr>
          <p:cNvPr id="4"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DF64CC47-2248-4AFC-B1BC-D38B49E9017F}"/>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2693870709"/>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 id="2147483697" r:id="rId12"/>
  </p:sldLayoutIdLst>
  <p:hf hdr="0" ftr="0" dt="0"/>
  <p:txStyles>
    <p:titleStyle>
      <a:lvl1pPr algn="ctr" defTabSz="457200" rtl="0" eaLnBrk="1" latinLnBrk="0" hangingPunct="1">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1"/>
        </a:buClr>
        <a:buSzPct val="100000"/>
        <a:buFont typeface="Wingdings" charset="2"/>
        <a:buChar char="§"/>
        <a:defRPr sz="3200" kern="1200" spc="-15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spc="-15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spc="-15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599"/>
            <a:ext cx="8229600" cy="1134535"/>
          </a:xfrm>
          <a:prstGeom prst="rect">
            <a:avLst/>
          </a:prstGeom>
        </p:spPr>
        <p:txBody>
          <a:bodyPr vert="horz" lIns="91440" tIns="45720" rIns="91440" bIns="45720" rtlCol="0" anchor="t">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457200" y="1744133"/>
            <a:ext cx="8229600" cy="4289481"/>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0"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A8C0E2D2-AD07-418C-B3E4-0D3202C63AE7}" type="datetime1">
              <a:rPr lang="en-US" smtClean="0"/>
              <a:pPr/>
              <a:t>3/13/2024</a:t>
            </a:fld>
            <a:endParaRPr lang="en-US"/>
          </a:p>
        </p:txBody>
      </p:sp>
      <p:sp>
        <p:nvSpPr>
          <p:cNvPr id="11"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p>
        </p:txBody>
      </p:sp>
      <p:sp>
        <p:nvSpPr>
          <p:cNvPr id="12"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5157DEA8-FBF5-4ADB-B880-CDCFE3CE5324}" type="slidenum">
              <a:rPr lang="en-US" smtClean="0"/>
              <a:pPr/>
              <a:t>‹#›</a:t>
            </a:fld>
            <a:endParaRPr lang="en-US"/>
          </a:p>
        </p:txBody>
      </p:sp>
      <p:pic>
        <p:nvPicPr>
          <p:cNvPr id="13" name="Picture 12" descr="Logotype.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0852" y="6361222"/>
            <a:ext cx="760781" cy="190561"/>
          </a:xfrm>
          <a:prstGeom prst="rect">
            <a:avLst/>
          </a:prstGeom>
        </p:spPr>
      </p:pic>
      <p:sp>
        <p:nvSpPr>
          <p:cNvPr id="14"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chemeClr val="accent2"/>
                </a:solidFill>
              </a:rPr>
              <a:t>CONFIDENTIAL B</a:t>
            </a:r>
          </a:p>
        </p:txBody>
      </p:sp>
      <p:sp>
        <p:nvSpPr>
          <p:cNvPr id="4"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94241919-EC3F-4266-999E-1F1524B5297E}"/>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309785283"/>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ftr="0" dt="0"/>
  <p:txStyles>
    <p:titleStyle>
      <a:lvl1pPr algn="ctr" defTabSz="457200" rtl="0" eaLnBrk="1" latinLnBrk="0" hangingPunct="1">
        <a:lnSpc>
          <a:spcPct val="80000"/>
        </a:lnSpc>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2"/>
        </a:buClr>
        <a:buFont typeface="Wingdings" charset="2"/>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1"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28BD7DE3-7474-46B4-A436-56916862EC9B}" type="datetime1">
              <a:rPr lang="en-US" smtClean="0"/>
              <a:pPr/>
              <a:t>3/13/2024</a:t>
            </a:fld>
            <a:endParaRPr lang="en-US" dirty="0"/>
          </a:p>
        </p:txBody>
      </p:sp>
      <p:sp>
        <p:nvSpPr>
          <p:cNvPr id="12"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ltLang="zh-TW" dirty="0"/>
          </a:p>
        </p:txBody>
      </p:sp>
      <p:sp>
        <p:nvSpPr>
          <p:cNvPr id="13"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3E54FAAE-D303-1440-B1E5-D1AB6CEFDBFD}" type="slidenum">
              <a:rPr lang="en-US" smtClean="0"/>
              <a:pPr/>
              <a:t>‹#›</a:t>
            </a:fld>
            <a:endParaRPr lang="en-US" dirty="0"/>
          </a:p>
        </p:txBody>
      </p:sp>
      <p:sp>
        <p:nvSpPr>
          <p:cNvPr id="14"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rgbClr val="00A1DE"/>
                </a:solidFill>
              </a:rPr>
              <a:t>CONFIDENTIAL B</a:t>
            </a:r>
          </a:p>
        </p:txBody>
      </p:sp>
      <p:pic>
        <p:nvPicPr>
          <p:cNvPr id="15" name="Picture 14" descr="Logotype.png"/>
          <p:cNvPicPr>
            <a:picLocks noChangeAspect="1"/>
          </p:cNvPicPr>
          <p:nvPr/>
        </p:nvPicPr>
        <p:blipFill>
          <a:blip r:embed="rId14" cstate="print"/>
          <a:stretch>
            <a:fillRect/>
          </a:stretch>
        </p:blipFill>
        <p:spPr>
          <a:xfrm>
            <a:off x="438623" y="6361221"/>
            <a:ext cx="773010" cy="190561"/>
          </a:xfrm>
          <a:prstGeom prst="rect">
            <a:avLst/>
          </a:prstGeom>
        </p:spPr>
      </p:pic>
      <p:sp>
        <p:nvSpPr>
          <p:cNvPr id="4"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1DD371B7-61BE-49A4-9C08-9DCE28BD76BB}"/>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2693870709"/>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hf hdr="0" ftr="0" dt="0"/>
  <p:txStyles>
    <p:titleStyle>
      <a:lvl1pPr algn="ctr" defTabSz="457200" rtl="0" eaLnBrk="1" latinLnBrk="0" hangingPunct="1">
        <a:spcBef>
          <a:spcPct val="0"/>
        </a:spcBef>
        <a:buNone/>
        <a:defRPr sz="4400" b="1" kern="1200" spc="-150">
          <a:solidFill>
            <a:schemeClr val="accent6"/>
          </a:solidFill>
          <a:latin typeface="+mj-lt"/>
          <a:ea typeface="+mj-ea"/>
          <a:cs typeface="+mj-cs"/>
        </a:defRPr>
      </a:lvl1pPr>
    </p:titleStyle>
    <p:bodyStyle>
      <a:lvl1pPr marL="342900" indent="-342900" algn="l" defTabSz="457200" rtl="0" eaLnBrk="1" latinLnBrk="0" hangingPunct="1">
        <a:spcBef>
          <a:spcPct val="20000"/>
        </a:spcBef>
        <a:buClr>
          <a:schemeClr val="accent1"/>
        </a:buClr>
        <a:buSzPct val="100000"/>
        <a:buFont typeface="Wingdings" charset="2"/>
        <a:buChar char="§"/>
        <a:defRPr sz="3200" kern="1200" spc="-15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spc="-15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spc="-15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599"/>
            <a:ext cx="8229600" cy="1134535"/>
          </a:xfrm>
          <a:prstGeom prst="rect">
            <a:avLst/>
          </a:prstGeom>
        </p:spPr>
        <p:txBody>
          <a:bodyPr vert="horz" lIns="91440" tIns="45720" rIns="91440" bIns="45720" rtlCol="0" anchor="t">
            <a:normAutofit/>
          </a:bodyPr>
          <a:lstStyle/>
          <a:p>
            <a:r>
              <a:rPr lang="zh-TW" altLang="en-US"/>
              <a:t>按一下以編輯母片標題樣式</a:t>
            </a:r>
            <a:endParaRPr lang="en-US"/>
          </a:p>
        </p:txBody>
      </p:sp>
      <p:sp>
        <p:nvSpPr>
          <p:cNvPr id="3" name="Text Placeholder 2"/>
          <p:cNvSpPr>
            <a:spLocks noGrp="1"/>
          </p:cNvSpPr>
          <p:nvPr>
            <p:ph type="body" idx="1"/>
          </p:nvPr>
        </p:nvSpPr>
        <p:spPr>
          <a:xfrm>
            <a:off x="457200" y="1744133"/>
            <a:ext cx="8229600" cy="4289481"/>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AB6D0081-A4C0-43E7-B9AF-5A8FBBDAA3E3}" type="datetime1">
              <a:rPr lang="en-US" smtClean="0"/>
              <a:pPr/>
              <a:t>3/13/2024</a:t>
            </a:fld>
            <a:endParaRPr lang="en-US"/>
          </a:p>
        </p:txBody>
      </p:sp>
      <p:sp>
        <p:nvSpPr>
          <p:cNvPr id="5"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p>
        </p:txBody>
      </p:sp>
      <p:sp>
        <p:nvSpPr>
          <p:cNvPr id="6"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5157DEA8-FBF5-4ADB-B880-CDCFE3CE5324}" type="slidenum">
              <a:rPr lang="en-US" smtClean="0"/>
              <a:pPr/>
              <a:t>‹#›</a:t>
            </a:fld>
            <a:endParaRPr lang="en-US"/>
          </a:p>
        </p:txBody>
      </p:sp>
      <p:pic>
        <p:nvPicPr>
          <p:cNvPr id="8" name="Picture 7" descr="Logotype.png"/>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50852" y="6361222"/>
            <a:ext cx="760781" cy="190561"/>
          </a:xfrm>
          <a:prstGeom prst="rect">
            <a:avLst/>
          </a:prstGeom>
        </p:spPr>
      </p:pic>
      <p:sp>
        <p:nvSpPr>
          <p:cNvPr id="9"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chemeClr val="accent1"/>
                </a:solidFill>
              </a:rPr>
              <a:t>CONFIDENTIAL A</a:t>
            </a:r>
          </a:p>
        </p:txBody>
      </p:sp>
      <p:sp>
        <p:nvSpPr>
          <p:cNvPr id="7"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E8FFF1D9-BAF3-4BAD-A920-E0C647236ED4}"/>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309785283"/>
      </p:ext>
    </p:extLst>
  </p:cSld>
  <p:clrMap bg1="lt1" tx1="dk1" bg2="lt2" tx2="dk2" accent1="accent1" accent2="accent2" accent3="accent3" accent4="accent4" accent5="accent5" accent6="accent6" hlink="hlink" folHlink="folHlink"/>
  <p:sldLayoutIdLst>
    <p:sldLayoutId id="2147483725" r:id="rId1"/>
    <p:sldLayoutId id="2147483726" r:id="rId2"/>
    <p:sldLayoutId id="2147483727" r:id="rId3"/>
    <p:sldLayoutId id="2147483728" r:id="rId4"/>
    <p:sldLayoutId id="2147483729" r:id="rId5"/>
    <p:sldLayoutId id="2147483730" r:id="rId6"/>
    <p:sldLayoutId id="2147483731" r:id="rId7"/>
    <p:sldLayoutId id="2147483732" r:id="rId8"/>
    <p:sldLayoutId id="2147483733" r:id="rId9"/>
    <p:sldLayoutId id="2147483734" r:id="rId10"/>
    <p:sldLayoutId id="2147483735" r:id="rId11"/>
    <p:sldLayoutId id="2147483736" r:id="rId12"/>
  </p:sldLayoutIdLst>
  <p:hf hdr="0" ftr="0" dt="0"/>
  <p:txStyles>
    <p:titleStyle>
      <a:lvl1pPr algn="ctr" defTabSz="457200" rtl="0" eaLnBrk="1" latinLnBrk="0" hangingPunct="1">
        <a:lnSpc>
          <a:spcPct val="80000"/>
        </a:lnSpc>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2"/>
        </a:buClr>
        <a:buFont typeface="Wingdings" charset="2"/>
        <a:buChar char="§"/>
        <a:defRPr sz="3200" kern="1200" spc="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spc="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spc="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spc="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5167"/>
            <a:ext cx="8229600" cy="1143000"/>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457200" y="1600201"/>
            <a:ext cx="8229600" cy="4525433"/>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12" name="Date Placeholder 3"/>
          <p:cNvSpPr>
            <a:spLocks noGrp="1"/>
          </p:cNvSpPr>
          <p:nvPr>
            <p:ph type="dt" sz="half" idx="2"/>
          </p:nvPr>
        </p:nvSpPr>
        <p:spPr>
          <a:xfrm>
            <a:off x="6699250" y="6278671"/>
            <a:ext cx="927434" cy="365125"/>
          </a:xfrm>
          <a:prstGeom prst="rect">
            <a:avLst/>
          </a:prstGeom>
        </p:spPr>
        <p:txBody>
          <a:bodyPr vert="horz" lIns="91440" tIns="45720" rIns="91440" bIns="45720" rtlCol="0" anchor="ctr"/>
          <a:lstStyle>
            <a:lvl1pPr algn="l">
              <a:defRPr sz="800">
                <a:solidFill>
                  <a:schemeClr val="tx2"/>
                </a:solidFill>
              </a:defRPr>
            </a:lvl1pPr>
          </a:lstStyle>
          <a:p>
            <a:fld id="{25673322-20EA-4407-BDB2-93CABCA1351E}" type="datetime1">
              <a:rPr lang="en-US" smtClean="0"/>
              <a:pPr/>
              <a:t>3/13/2024</a:t>
            </a:fld>
            <a:endParaRPr lang="en-US" dirty="0"/>
          </a:p>
        </p:txBody>
      </p:sp>
      <p:sp>
        <p:nvSpPr>
          <p:cNvPr id="13" name="Footer Placeholder 4"/>
          <p:cNvSpPr>
            <a:spLocks noGrp="1"/>
          </p:cNvSpPr>
          <p:nvPr>
            <p:ph type="ftr" sz="quarter" idx="3"/>
          </p:nvPr>
        </p:nvSpPr>
        <p:spPr>
          <a:xfrm>
            <a:off x="3663950" y="6278671"/>
            <a:ext cx="3035300" cy="365125"/>
          </a:xfrm>
          <a:prstGeom prst="rect">
            <a:avLst/>
          </a:prstGeom>
        </p:spPr>
        <p:txBody>
          <a:bodyPr vert="horz" lIns="91440" tIns="45720" rIns="91440" bIns="45720" rtlCol="0" anchor="ctr"/>
          <a:lstStyle>
            <a:lvl1pPr algn="l">
              <a:defRPr sz="800">
                <a:solidFill>
                  <a:schemeClr val="tx2"/>
                </a:solidFill>
              </a:defRPr>
            </a:lvl1pPr>
          </a:lstStyle>
          <a:p>
            <a:endParaRPr lang="en-US" altLang="zh-TW" dirty="0"/>
          </a:p>
        </p:txBody>
      </p:sp>
      <p:sp>
        <p:nvSpPr>
          <p:cNvPr id="14" name="Slide Number Placeholder 5"/>
          <p:cNvSpPr>
            <a:spLocks noGrp="1"/>
          </p:cNvSpPr>
          <p:nvPr>
            <p:ph type="sldNum" sz="quarter" idx="4"/>
          </p:nvPr>
        </p:nvSpPr>
        <p:spPr>
          <a:xfrm>
            <a:off x="7626684" y="6278671"/>
            <a:ext cx="1060116" cy="365125"/>
          </a:xfrm>
          <a:prstGeom prst="rect">
            <a:avLst/>
          </a:prstGeom>
        </p:spPr>
        <p:txBody>
          <a:bodyPr vert="horz" lIns="91440" tIns="45720" rIns="91440" bIns="45720" rtlCol="0" anchor="ctr"/>
          <a:lstStyle>
            <a:lvl1pPr algn="r">
              <a:defRPr sz="800" b="1">
                <a:solidFill>
                  <a:schemeClr val="accent1"/>
                </a:solidFill>
              </a:defRPr>
            </a:lvl1pPr>
          </a:lstStyle>
          <a:p>
            <a:fld id="{3E54FAAE-D303-1440-B1E5-D1AB6CEFDBFD}" type="slidenum">
              <a:rPr lang="en-US" smtClean="0"/>
              <a:pPr/>
              <a:t>‹#›</a:t>
            </a:fld>
            <a:endParaRPr lang="en-US" dirty="0"/>
          </a:p>
        </p:txBody>
      </p:sp>
      <p:sp>
        <p:nvSpPr>
          <p:cNvPr id="16" name="Footer Placeholder 4"/>
          <p:cNvSpPr txBox="1">
            <a:spLocks/>
          </p:cNvSpPr>
          <p:nvPr/>
        </p:nvSpPr>
        <p:spPr>
          <a:xfrm>
            <a:off x="1441450" y="6273800"/>
            <a:ext cx="1612900" cy="365125"/>
          </a:xfrm>
          <a:prstGeom prst="rect">
            <a:avLst/>
          </a:prstGeom>
        </p:spPr>
        <p:txBody>
          <a:bodyPr vert="horz" lIns="91440" tIns="45720" rIns="91440" bIns="45720" rtlCol="0" anchor="ctr"/>
          <a:lstStyle>
            <a:defPPr>
              <a:defRPr lang="en-US"/>
            </a:defPPr>
            <a:lvl1pPr marL="0" algn="l" defTabSz="457200" rtl="0" eaLnBrk="1" latinLnBrk="0" hangingPunct="1">
              <a:defRPr sz="1200" kern="1200">
                <a:solidFill>
                  <a:schemeClr val="tx2"/>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TW" sz="800" b="1" dirty="0">
                <a:solidFill>
                  <a:schemeClr val="accent1"/>
                </a:solidFill>
              </a:rPr>
              <a:t>CONFIDENTIAL A</a:t>
            </a:r>
          </a:p>
        </p:txBody>
      </p:sp>
      <p:pic>
        <p:nvPicPr>
          <p:cNvPr id="18" name="Picture 17" descr="Logotype.png"/>
          <p:cNvPicPr>
            <a:picLocks noChangeAspect="1"/>
          </p:cNvPicPr>
          <p:nvPr/>
        </p:nvPicPr>
        <p:blipFill>
          <a:blip r:embed="rId14" cstate="print"/>
          <a:stretch>
            <a:fillRect/>
          </a:stretch>
        </p:blipFill>
        <p:spPr>
          <a:xfrm>
            <a:off x="438623" y="6361221"/>
            <a:ext cx="773010" cy="190561"/>
          </a:xfrm>
          <a:prstGeom prst="rect">
            <a:avLst/>
          </a:prstGeom>
        </p:spPr>
      </p:pic>
      <p:sp>
        <p:nvSpPr>
          <p:cNvPr id="4" name="MSIPCMContentMarking" descr="{&quot;HashCode&quot;:-601526718,&quot;Placement&quot;:&quot;Header&quot;,&quot;Top&quot;:0.0,&quot;Left&quot;:625.7727,&quot;SlideWidth&quot;:720,&quot;SlideHeight&quot;:540}">
            <a:extLst>
              <a:ext uri="{FF2B5EF4-FFF2-40B4-BE49-F238E27FC236}">
                <a16:creationId xmlns:a16="http://schemas.microsoft.com/office/drawing/2014/main" id="{F6EE4539-F419-45BA-A8E0-807619E07700}"/>
              </a:ext>
            </a:extLst>
          </p:cNvPr>
          <p:cNvSpPr txBox="1"/>
          <p:nvPr userDrawn="1"/>
        </p:nvSpPr>
        <p:spPr>
          <a:xfrm>
            <a:off x="7947313" y="0"/>
            <a:ext cx="1196687" cy="296525"/>
          </a:xfrm>
          <a:prstGeom prst="rect">
            <a:avLst/>
          </a:prstGeom>
          <a:noFill/>
        </p:spPr>
        <p:txBody>
          <a:bodyPr vert="horz" wrap="square" lIns="0" tIns="0" rIns="0" bIns="0" rtlCol="0" anchor="ctr" anchorCtr="1">
            <a:spAutoFit/>
          </a:bodyPr>
          <a:lstStyle/>
          <a:p>
            <a:pPr algn="r">
              <a:spcBef>
                <a:spcPts val="0"/>
              </a:spcBef>
              <a:spcAft>
                <a:spcPts val="0"/>
              </a:spcAft>
            </a:pPr>
            <a:r>
              <a:rPr lang="en-US" altLang="zh-TW" sz="1200">
                <a:solidFill>
                  <a:srgbClr val="FF0000"/>
                </a:solidFill>
                <a:latin typeface="Calibri" panose="020F0502020204030204" pitchFamily="34" charset="0"/>
              </a:rPr>
              <a:t>Confidential A</a:t>
            </a:r>
            <a:endParaRPr lang="zh-TW" altLang="en-US" sz="1200">
              <a:solidFill>
                <a:srgbClr val="FF0000"/>
              </a:solidFill>
              <a:latin typeface="Calibri" panose="020F0502020204030204" pitchFamily="34" charset="0"/>
            </a:endParaRPr>
          </a:p>
        </p:txBody>
      </p:sp>
    </p:spTree>
    <p:extLst>
      <p:ext uri="{BB962C8B-B14F-4D97-AF65-F5344CB8AC3E}">
        <p14:creationId xmlns:p14="http://schemas.microsoft.com/office/powerpoint/2010/main" val="2693870709"/>
      </p:ext>
    </p:extLst>
  </p:cSld>
  <p:clrMap bg1="lt1" tx1="dk1" bg2="lt2" tx2="dk2" accent1="accent1" accent2="accent2" accent3="accent3" accent4="accent4" accent5="accent5" accent6="accent6" hlink="hlink" folHlink="folHlink"/>
  <p:sldLayoutIdLst>
    <p:sldLayoutId id="2147483738" r:id="rId1"/>
    <p:sldLayoutId id="2147483739" r:id="rId2"/>
    <p:sldLayoutId id="2147483740" r:id="rId3"/>
    <p:sldLayoutId id="2147483741" r:id="rId4"/>
    <p:sldLayoutId id="2147483742" r:id="rId5"/>
    <p:sldLayoutId id="2147483743" r:id="rId6"/>
    <p:sldLayoutId id="2147483744" r:id="rId7"/>
    <p:sldLayoutId id="2147483745" r:id="rId8"/>
    <p:sldLayoutId id="2147483746" r:id="rId9"/>
    <p:sldLayoutId id="2147483747" r:id="rId10"/>
    <p:sldLayoutId id="2147483748" r:id="rId11"/>
    <p:sldLayoutId id="2147483749" r:id="rId12"/>
  </p:sldLayoutIdLst>
  <p:hf hdr="0" ftr="0" dt="0"/>
  <p:txStyles>
    <p:titleStyle>
      <a:lvl1pPr algn="ctr" defTabSz="457200" rtl="0" eaLnBrk="1" latinLnBrk="0" hangingPunct="1">
        <a:spcBef>
          <a:spcPct val="0"/>
        </a:spcBef>
        <a:buNone/>
        <a:defRPr sz="4400" b="1" kern="1200" spc="-150">
          <a:solidFill>
            <a:schemeClr val="accent1"/>
          </a:solidFill>
          <a:latin typeface="+mj-lt"/>
          <a:ea typeface="+mj-ea"/>
          <a:cs typeface="+mj-cs"/>
        </a:defRPr>
      </a:lvl1pPr>
    </p:titleStyle>
    <p:bodyStyle>
      <a:lvl1pPr marL="342900" indent="-342900" algn="l" defTabSz="457200" rtl="0" eaLnBrk="1" latinLnBrk="0" hangingPunct="1">
        <a:spcBef>
          <a:spcPct val="20000"/>
        </a:spcBef>
        <a:buClr>
          <a:schemeClr val="accent1"/>
        </a:buClr>
        <a:buSzPct val="100000"/>
        <a:buFont typeface="Wingdings" charset="2"/>
        <a:buChar char="§"/>
        <a:defRPr sz="3200" kern="1200" spc="-150">
          <a:solidFill>
            <a:schemeClr val="bg1"/>
          </a:solidFill>
          <a:latin typeface="+mn-lt"/>
          <a:ea typeface="+mn-ea"/>
          <a:cs typeface="+mn-cs"/>
        </a:defRPr>
      </a:lvl1pPr>
      <a:lvl2pPr marL="742950" indent="-285750" algn="l" defTabSz="457200" rtl="0" eaLnBrk="1" latinLnBrk="0" hangingPunct="1">
        <a:spcBef>
          <a:spcPct val="20000"/>
        </a:spcBef>
        <a:buFont typeface="Arial"/>
        <a:buChar char="–"/>
        <a:defRPr sz="2800" kern="1200" spc="-150">
          <a:solidFill>
            <a:schemeClr val="bg1"/>
          </a:solidFill>
          <a:latin typeface="+mn-lt"/>
          <a:ea typeface="+mn-ea"/>
          <a:cs typeface="+mn-cs"/>
        </a:defRPr>
      </a:lvl2pPr>
      <a:lvl3pPr marL="1143000" indent="-228600" algn="l" defTabSz="457200" rtl="0" eaLnBrk="1" latinLnBrk="0" hangingPunct="1">
        <a:spcBef>
          <a:spcPct val="20000"/>
        </a:spcBef>
        <a:buFont typeface="Arial"/>
        <a:buChar char="•"/>
        <a:defRPr sz="2400" kern="1200" spc="-150">
          <a:solidFill>
            <a:schemeClr val="bg1"/>
          </a:solidFill>
          <a:latin typeface="+mn-lt"/>
          <a:ea typeface="+mn-ea"/>
          <a:cs typeface="+mn-cs"/>
        </a:defRPr>
      </a:lvl3pPr>
      <a:lvl4pPr marL="16002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4pPr>
      <a:lvl5pPr marL="2057400" indent="-228600" algn="l" defTabSz="457200" rtl="0" eaLnBrk="1" latinLnBrk="0" hangingPunct="1">
        <a:spcBef>
          <a:spcPct val="20000"/>
        </a:spcBef>
        <a:buFont typeface="Arial"/>
        <a:buChar char="»"/>
        <a:defRPr sz="2000" kern="1200" spc="-150">
          <a:solidFill>
            <a:schemeClr val="bg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0.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0.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0.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50.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0.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5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50.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50.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50.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5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50.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5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副標題 3"/>
          <p:cNvSpPr>
            <a:spLocks noGrp="1"/>
          </p:cNvSpPr>
          <p:nvPr>
            <p:ph type="subTitle" idx="1"/>
          </p:nvPr>
        </p:nvSpPr>
        <p:spPr/>
        <p:txBody>
          <a:bodyPr/>
          <a:lstStyle/>
          <a:p>
            <a:endParaRPr lang="en-US"/>
          </a:p>
        </p:txBody>
      </p:sp>
      <p:sp>
        <p:nvSpPr>
          <p:cNvPr id="2" name="標題 1"/>
          <p:cNvSpPr>
            <a:spLocks noGrp="1"/>
          </p:cNvSpPr>
          <p:nvPr>
            <p:ph type="title"/>
          </p:nvPr>
        </p:nvSpPr>
        <p:spPr/>
        <p:txBody>
          <a:bodyPr/>
          <a:lstStyle/>
          <a:p>
            <a:r>
              <a:rPr lang="en-US" dirty="0" err="1"/>
              <a:t>Aurisys</a:t>
            </a:r>
            <a:r>
              <a:rPr lang="en-US" dirty="0"/>
              <a:t> Introduction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dirty="0"/>
              <a:t>Agenda</a:t>
            </a:r>
          </a:p>
        </p:txBody>
      </p:sp>
      <p:sp>
        <p:nvSpPr>
          <p:cNvPr id="5" name="內容版面配置區 4"/>
          <p:cNvSpPr>
            <a:spLocks noGrp="1"/>
          </p:cNvSpPr>
          <p:nvPr>
            <p:ph idx="1"/>
          </p:nvPr>
        </p:nvSpPr>
        <p:spPr/>
        <p:txBody>
          <a:bodyPr>
            <a:normAutofit/>
          </a:bodyPr>
          <a:lstStyle/>
          <a:p>
            <a:r>
              <a:rPr lang="en-US" dirty="0"/>
              <a:t>Introduction</a:t>
            </a:r>
          </a:p>
          <a:p>
            <a:r>
              <a:rPr lang="en-US" dirty="0" err="1"/>
              <a:t>Aurisys</a:t>
            </a:r>
            <a:r>
              <a:rPr lang="en-US" dirty="0"/>
              <a:t> Framework and Interface</a:t>
            </a:r>
          </a:p>
          <a:p>
            <a:r>
              <a:rPr lang="en-US" dirty="0"/>
              <a:t>System Level </a:t>
            </a:r>
            <a:r>
              <a:rPr lang="en-US" dirty="0" err="1"/>
              <a:t>Aurisys</a:t>
            </a:r>
            <a:r>
              <a:rPr lang="en-US" dirty="0"/>
              <a:t> Structure</a:t>
            </a:r>
          </a:p>
          <a:p>
            <a:r>
              <a:rPr lang="en-US" dirty="0"/>
              <a:t>Tuning Architecture</a:t>
            </a:r>
          </a:p>
          <a:p>
            <a:r>
              <a:rPr lang="en-US" dirty="0"/>
              <a:t>Debug</a:t>
            </a:r>
          </a:p>
          <a:p>
            <a:r>
              <a:rPr lang="en-US" dirty="0"/>
              <a:t>Lib verifier</a:t>
            </a:r>
          </a:p>
        </p:txBody>
      </p:sp>
      <p:sp>
        <p:nvSpPr>
          <p:cNvPr id="2" name="投影片編號版面配置區 1"/>
          <p:cNvSpPr>
            <a:spLocks noGrp="1"/>
          </p:cNvSpPr>
          <p:nvPr>
            <p:ph type="sldNum" sz="quarter" idx="12"/>
          </p:nvPr>
        </p:nvSpPr>
        <p:spPr/>
        <p:txBody>
          <a:bodyPr/>
          <a:lstStyle/>
          <a:p>
            <a:fld id="{5157DEA8-FBF5-4ADB-B880-CDCFE3CE5324}" type="slidenum">
              <a:rPr lang="en-US" smtClean="0"/>
              <a:pP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Introduction</a:t>
            </a:r>
          </a:p>
        </p:txBody>
      </p:sp>
      <p:sp>
        <p:nvSpPr>
          <p:cNvPr id="3" name="Content Placeholder 2"/>
          <p:cNvSpPr>
            <a:spLocks noGrp="1"/>
          </p:cNvSpPr>
          <p:nvPr>
            <p:ph idx="1"/>
          </p:nvPr>
        </p:nvSpPr>
        <p:spPr>
          <a:xfrm>
            <a:off x="457200" y="1484785"/>
            <a:ext cx="8229600" cy="4824536"/>
          </a:xfrm>
        </p:spPr>
        <p:txBody>
          <a:bodyPr>
            <a:normAutofit/>
          </a:bodyPr>
          <a:lstStyle/>
          <a:p>
            <a:r>
              <a:rPr lang="en-US" sz="2000" dirty="0" err="1"/>
              <a:t>Aurisys</a:t>
            </a:r>
            <a:r>
              <a:rPr lang="en-US" sz="2000" dirty="0"/>
              <a:t> is a framework to facilitate the sound processing solution development on MTK platforms.</a:t>
            </a:r>
          </a:p>
          <a:p>
            <a:pPr lvl="1"/>
            <a:r>
              <a:rPr lang="en-US" sz="1800" dirty="0"/>
              <a:t>includes standardized and platform independent  interfaces for </a:t>
            </a:r>
          </a:p>
          <a:p>
            <a:pPr lvl="2"/>
            <a:r>
              <a:rPr lang="en-US" sz="1600" dirty="0"/>
              <a:t>sound processing</a:t>
            </a:r>
          </a:p>
          <a:p>
            <a:pPr lvl="2"/>
            <a:r>
              <a:rPr lang="en-US" sz="1600" dirty="0"/>
              <a:t>Tuning</a:t>
            </a:r>
          </a:p>
          <a:p>
            <a:pPr lvl="2"/>
            <a:r>
              <a:rPr lang="en-US" sz="1600" dirty="0"/>
              <a:t>Software debug</a:t>
            </a:r>
          </a:p>
          <a:p>
            <a:pPr lvl="1"/>
            <a:r>
              <a:rPr lang="en-US" sz="1800" dirty="0"/>
              <a:t>The software can be re-used and create a more consistent experience for the developers.  </a:t>
            </a:r>
          </a:p>
          <a:p>
            <a:endParaRPr lang="en-US" sz="2000" dirty="0"/>
          </a:p>
        </p:txBody>
      </p:sp>
      <p:sp>
        <p:nvSpPr>
          <p:cNvPr id="6" name="Slide Number Placeholder 5"/>
          <p:cNvSpPr>
            <a:spLocks noGrp="1"/>
          </p:cNvSpPr>
          <p:nvPr>
            <p:ph type="sldNum" sz="quarter" idx="12"/>
          </p:nvPr>
        </p:nvSpPr>
        <p:spPr/>
        <p:txBody>
          <a:bodyPr/>
          <a:lstStyle/>
          <a:p>
            <a:fld id="{0AEF9A4B-07C9-404C-9053-A3A2AC3AD5D6}" type="slidenum">
              <a:rPr lang="en-GB" smtClean="0"/>
              <a:pPr/>
              <a:t>3</a:t>
            </a:fld>
            <a:endParaRPr lang="en-GB"/>
          </a:p>
        </p:txBody>
      </p:sp>
      <p:sp>
        <p:nvSpPr>
          <p:cNvPr id="8" name="流程圖: 多重文件 7"/>
          <p:cNvSpPr/>
          <p:nvPr/>
        </p:nvSpPr>
        <p:spPr>
          <a:xfrm>
            <a:off x="827584" y="4869160"/>
            <a:ext cx="1368152" cy="864096"/>
          </a:xfrm>
          <a:prstGeom prst="flowChartMulti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400" dirty="0" err="1"/>
              <a:t>Aurisys</a:t>
            </a:r>
            <a:r>
              <a:rPr lang="en-US" sz="1400" dirty="0"/>
              <a:t> library</a:t>
            </a:r>
          </a:p>
          <a:p>
            <a:pPr algn="ctr"/>
            <a:r>
              <a:rPr lang="en-US" sz="1400" dirty="0"/>
              <a:t>Sources</a:t>
            </a:r>
          </a:p>
        </p:txBody>
      </p:sp>
      <p:sp>
        <p:nvSpPr>
          <p:cNvPr id="9" name="流程圖: 替代處理程序 8"/>
          <p:cNvSpPr/>
          <p:nvPr/>
        </p:nvSpPr>
        <p:spPr>
          <a:xfrm>
            <a:off x="3513089" y="4293096"/>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A for AP</a:t>
            </a:r>
          </a:p>
        </p:txBody>
      </p:sp>
      <p:sp>
        <p:nvSpPr>
          <p:cNvPr id="10" name="流程圖: 替代處理程序 9"/>
          <p:cNvSpPr/>
          <p:nvPr/>
        </p:nvSpPr>
        <p:spPr>
          <a:xfrm>
            <a:off x="3513089" y="5192616"/>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B for MCU</a:t>
            </a:r>
          </a:p>
        </p:txBody>
      </p:sp>
      <p:sp>
        <p:nvSpPr>
          <p:cNvPr id="11" name="流程圖: 替代處理程序 10"/>
          <p:cNvSpPr/>
          <p:nvPr/>
        </p:nvSpPr>
        <p:spPr>
          <a:xfrm>
            <a:off x="3513089" y="6021288"/>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C for DSP</a:t>
            </a:r>
          </a:p>
        </p:txBody>
      </p:sp>
      <p:sp>
        <p:nvSpPr>
          <p:cNvPr id="12" name="流程圖: 程序 11"/>
          <p:cNvSpPr/>
          <p:nvPr/>
        </p:nvSpPr>
        <p:spPr>
          <a:xfrm>
            <a:off x="6372200" y="4077072"/>
            <a:ext cx="2160240" cy="720080"/>
          </a:xfrm>
          <a:prstGeom prst="flowChartProcess">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5" name="流程圖: 替代處理程序 14"/>
          <p:cNvSpPr/>
          <p:nvPr/>
        </p:nvSpPr>
        <p:spPr>
          <a:xfrm>
            <a:off x="6732240" y="4256512"/>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A for AP</a:t>
            </a:r>
          </a:p>
        </p:txBody>
      </p:sp>
      <p:sp>
        <p:nvSpPr>
          <p:cNvPr id="16" name="流程圖: 程序 15"/>
          <p:cNvSpPr/>
          <p:nvPr/>
        </p:nvSpPr>
        <p:spPr>
          <a:xfrm>
            <a:off x="6372200" y="4941168"/>
            <a:ext cx="2160240" cy="720080"/>
          </a:xfrm>
          <a:prstGeom prst="flowChartProcess">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7" name="流程圖: 替代處理程序 16"/>
          <p:cNvSpPr/>
          <p:nvPr/>
        </p:nvSpPr>
        <p:spPr>
          <a:xfrm>
            <a:off x="6732240" y="5120608"/>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B for MCU</a:t>
            </a:r>
          </a:p>
        </p:txBody>
      </p:sp>
      <p:sp>
        <p:nvSpPr>
          <p:cNvPr id="18" name="流程圖: 程序 17"/>
          <p:cNvSpPr/>
          <p:nvPr/>
        </p:nvSpPr>
        <p:spPr>
          <a:xfrm>
            <a:off x="6372200" y="5805264"/>
            <a:ext cx="2160240" cy="720080"/>
          </a:xfrm>
          <a:prstGeom prst="flowChartProcess">
            <a:avLst/>
          </a:prstGeom>
        </p:spPr>
        <p:style>
          <a:lnRef idx="1">
            <a:schemeClr val="accent6"/>
          </a:lnRef>
          <a:fillRef idx="2">
            <a:schemeClr val="accent6"/>
          </a:fillRef>
          <a:effectRef idx="1">
            <a:schemeClr val="accent6"/>
          </a:effectRef>
          <a:fontRef idx="minor">
            <a:schemeClr val="dk1"/>
          </a:fontRef>
        </p:style>
        <p:txBody>
          <a:bodyPr rtlCol="0" anchor="ctr"/>
          <a:lstStyle/>
          <a:p>
            <a:pPr algn="ctr"/>
            <a:endParaRPr lang="en-US"/>
          </a:p>
        </p:txBody>
      </p:sp>
      <p:sp>
        <p:nvSpPr>
          <p:cNvPr id="19" name="流程圖: 替代處理程序 18"/>
          <p:cNvSpPr/>
          <p:nvPr/>
        </p:nvSpPr>
        <p:spPr>
          <a:xfrm>
            <a:off x="6732240" y="5984704"/>
            <a:ext cx="1440160" cy="324616"/>
          </a:xfrm>
          <a:prstGeom prst="flowChartAlternate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200" dirty="0"/>
              <a:t>Library C for DSP</a:t>
            </a:r>
          </a:p>
        </p:txBody>
      </p:sp>
      <p:sp>
        <p:nvSpPr>
          <p:cNvPr id="20" name="文字方塊 19"/>
          <p:cNvSpPr txBox="1"/>
          <p:nvPr/>
        </p:nvSpPr>
        <p:spPr>
          <a:xfrm>
            <a:off x="6300573" y="4499828"/>
            <a:ext cx="381836" cy="307777"/>
          </a:xfrm>
          <a:prstGeom prst="rect">
            <a:avLst/>
          </a:prstGeom>
          <a:noFill/>
        </p:spPr>
        <p:txBody>
          <a:bodyPr wrap="none" rtlCol="0">
            <a:spAutoFit/>
          </a:bodyPr>
          <a:lstStyle/>
          <a:p>
            <a:r>
              <a:rPr lang="en-US" sz="1400" dirty="0">
                <a:solidFill>
                  <a:srgbClr val="002060"/>
                </a:solidFill>
              </a:rPr>
              <a:t>AP</a:t>
            </a:r>
          </a:p>
        </p:txBody>
      </p:sp>
      <p:sp>
        <p:nvSpPr>
          <p:cNvPr id="21" name="文字方塊 20"/>
          <p:cNvSpPr txBox="1"/>
          <p:nvPr/>
        </p:nvSpPr>
        <p:spPr>
          <a:xfrm>
            <a:off x="6300192" y="5373216"/>
            <a:ext cx="550151" cy="307777"/>
          </a:xfrm>
          <a:prstGeom prst="rect">
            <a:avLst/>
          </a:prstGeom>
          <a:noFill/>
        </p:spPr>
        <p:txBody>
          <a:bodyPr wrap="none" rtlCol="0">
            <a:spAutoFit/>
          </a:bodyPr>
          <a:lstStyle/>
          <a:p>
            <a:r>
              <a:rPr lang="en-US" sz="1400" dirty="0">
                <a:solidFill>
                  <a:srgbClr val="002060"/>
                </a:solidFill>
              </a:rPr>
              <a:t>MCU</a:t>
            </a:r>
          </a:p>
        </p:txBody>
      </p:sp>
      <p:sp>
        <p:nvSpPr>
          <p:cNvPr id="22" name="文字方塊 21"/>
          <p:cNvSpPr txBox="1"/>
          <p:nvPr/>
        </p:nvSpPr>
        <p:spPr>
          <a:xfrm>
            <a:off x="6304863" y="6228020"/>
            <a:ext cx="470000" cy="307777"/>
          </a:xfrm>
          <a:prstGeom prst="rect">
            <a:avLst/>
          </a:prstGeom>
          <a:noFill/>
        </p:spPr>
        <p:txBody>
          <a:bodyPr wrap="none" rtlCol="0">
            <a:spAutoFit/>
          </a:bodyPr>
          <a:lstStyle/>
          <a:p>
            <a:r>
              <a:rPr lang="en-US" sz="1400" dirty="0">
                <a:solidFill>
                  <a:srgbClr val="002060"/>
                </a:solidFill>
              </a:rPr>
              <a:t>DSP</a:t>
            </a:r>
          </a:p>
        </p:txBody>
      </p:sp>
      <p:sp>
        <p:nvSpPr>
          <p:cNvPr id="23" name="向右箭號 22"/>
          <p:cNvSpPr/>
          <p:nvPr/>
        </p:nvSpPr>
        <p:spPr>
          <a:xfrm>
            <a:off x="2648993" y="5229200"/>
            <a:ext cx="576064" cy="2160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4" name="向右箭號 23"/>
          <p:cNvSpPr/>
          <p:nvPr/>
        </p:nvSpPr>
        <p:spPr>
          <a:xfrm rot="20074892">
            <a:off x="2595465" y="4622296"/>
            <a:ext cx="576064" cy="2160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5" name="向右箭號 24"/>
          <p:cNvSpPr/>
          <p:nvPr/>
        </p:nvSpPr>
        <p:spPr>
          <a:xfrm rot="1182694">
            <a:off x="2629440" y="5786452"/>
            <a:ext cx="576064" cy="216024"/>
          </a:xfrm>
          <a:prstGeom prst="right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26" name="文字方塊 25"/>
          <p:cNvSpPr txBox="1"/>
          <p:nvPr/>
        </p:nvSpPr>
        <p:spPr>
          <a:xfrm>
            <a:off x="2339752" y="6156012"/>
            <a:ext cx="957313" cy="369332"/>
          </a:xfrm>
          <a:prstGeom prst="rect">
            <a:avLst/>
          </a:prstGeom>
          <a:noFill/>
        </p:spPr>
        <p:txBody>
          <a:bodyPr wrap="none" rtlCol="0">
            <a:spAutoFit/>
          </a:bodyPr>
          <a:lstStyle/>
          <a:p>
            <a:r>
              <a:rPr lang="en-US" dirty="0"/>
              <a:t>Compile</a:t>
            </a:r>
          </a:p>
        </p:txBody>
      </p:sp>
      <p:sp>
        <p:nvSpPr>
          <p:cNvPr id="27" name="弧形箭號 (下彎) 26"/>
          <p:cNvSpPr/>
          <p:nvPr/>
        </p:nvSpPr>
        <p:spPr>
          <a:xfrm>
            <a:off x="4860032" y="3861048"/>
            <a:ext cx="2376264" cy="360040"/>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8" name="弧形箭號 (下彎) 27"/>
          <p:cNvSpPr/>
          <p:nvPr/>
        </p:nvSpPr>
        <p:spPr>
          <a:xfrm>
            <a:off x="4860032" y="4725144"/>
            <a:ext cx="2376264" cy="360040"/>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29" name="弧形箭號 (下彎) 28"/>
          <p:cNvSpPr/>
          <p:nvPr/>
        </p:nvSpPr>
        <p:spPr>
          <a:xfrm>
            <a:off x="5012432" y="5589240"/>
            <a:ext cx="2300466" cy="360040"/>
          </a:xfrm>
          <a:prstGeom prst="curvedDownArrow">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solidFill>
                <a:schemeClr val="tx1"/>
              </a:solidFill>
            </a:endParaRPr>
          </a:p>
        </p:txBody>
      </p:sp>
      <p:sp>
        <p:nvSpPr>
          <p:cNvPr id="30" name="文字方塊 29"/>
          <p:cNvSpPr txBox="1"/>
          <p:nvPr/>
        </p:nvSpPr>
        <p:spPr>
          <a:xfrm>
            <a:off x="5457910" y="6093296"/>
            <a:ext cx="842282" cy="369332"/>
          </a:xfrm>
          <a:prstGeom prst="rect">
            <a:avLst/>
          </a:prstGeom>
          <a:noFill/>
        </p:spPr>
        <p:txBody>
          <a:bodyPr wrap="none" rtlCol="0">
            <a:spAutoFit/>
          </a:bodyPr>
          <a:lstStyle/>
          <a:p>
            <a:r>
              <a:rPr lang="en-US" dirty="0"/>
              <a:t>Deploy</a:t>
            </a:r>
          </a:p>
        </p:txBody>
      </p:sp>
      <p:sp>
        <p:nvSpPr>
          <p:cNvPr id="31" name="圓角矩形圖說文字 30"/>
          <p:cNvSpPr/>
          <p:nvPr/>
        </p:nvSpPr>
        <p:spPr>
          <a:xfrm>
            <a:off x="251520" y="4077072"/>
            <a:ext cx="1800200" cy="540640"/>
          </a:xfrm>
          <a:prstGeom prst="wedgeRoundRectCallout">
            <a:avLst>
              <a:gd name="adj1" fmla="val -5156"/>
              <a:gd name="adj2" fmla="val 79204"/>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a:t>Not processor instruction dependent</a:t>
            </a:r>
          </a:p>
        </p:txBody>
      </p:sp>
    </p:spTree>
    <p:extLst>
      <p:ext uri="{BB962C8B-B14F-4D97-AF65-F5344CB8AC3E}">
        <p14:creationId xmlns:p14="http://schemas.microsoft.com/office/powerpoint/2010/main" val="749053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dirty="0" err="1"/>
              <a:t>Aurisys</a:t>
            </a:r>
            <a:r>
              <a:rPr lang="en-US" dirty="0"/>
              <a:t> Framework &amp; ARSI</a:t>
            </a:r>
          </a:p>
        </p:txBody>
      </p:sp>
      <p:sp>
        <p:nvSpPr>
          <p:cNvPr id="3" name="內容版面配置區 2"/>
          <p:cNvSpPr>
            <a:spLocks noGrp="1"/>
          </p:cNvSpPr>
          <p:nvPr>
            <p:ph idx="1"/>
          </p:nvPr>
        </p:nvSpPr>
        <p:spPr>
          <a:xfrm>
            <a:off x="467544" y="1299759"/>
            <a:ext cx="8229600" cy="4289481"/>
          </a:xfrm>
        </p:spPr>
        <p:txBody>
          <a:bodyPr>
            <a:normAutofit/>
          </a:bodyPr>
          <a:lstStyle/>
          <a:p>
            <a:r>
              <a:rPr lang="en-US" sz="2000" dirty="0" err="1"/>
              <a:t>Aurisys</a:t>
            </a:r>
            <a:r>
              <a:rPr lang="en-US" sz="2000" dirty="0"/>
              <a:t> framework</a:t>
            </a:r>
          </a:p>
          <a:p>
            <a:pPr lvl="1"/>
            <a:r>
              <a:rPr lang="en-US" sz="1800" dirty="0"/>
              <a:t>Adapt variant running environment. (e.g. AP/DSP/MCU)</a:t>
            </a:r>
          </a:p>
          <a:p>
            <a:pPr lvl="2"/>
            <a:r>
              <a:rPr lang="en-US" sz="1400" dirty="0" err="1"/>
              <a:t>Aurisys</a:t>
            </a:r>
            <a:r>
              <a:rPr lang="en-US" sz="1400" dirty="0"/>
              <a:t> library has same control flow/data flow/tuning flow</a:t>
            </a:r>
          </a:p>
          <a:p>
            <a:pPr lvl="1"/>
            <a:r>
              <a:rPr lang="en-US" sz="1800" dirty="0"/>
              <a:t>Adapt variant library processing capability (ex: working sample rate/bit format…)</a:t>
            </a:r>
          </a:p>
          <a:p>
            <a:pPr lvl="2"/>
            <a:r>
              <a:rPr lang="en-US" sz="1400" dirty="0" err="1"/>
              <a:t>Aurisys</a:t>
            </a:r>
            <a:r>
              <a:rPr lang="en-US" sz="1400" dirty="0"/>
              <a:t> framework can convert input/output data format automatically</a:t>
            </a:r>
          </a:p>
          <a:p>
            <a:r>
              <a:rPr lang="en-US" sz="2000" dirty="0"/>
              <a:t>ARSI(</a:t>
            </a:r>
            <a:r>
              <a:rPr lang="en-US" sz="2000" dirty="0" err="1"/>
              <a:t>Aurisys</a:t>
            </a:r>
            <a:r>
              <a:rPr lang="en-US" sz="2000" dirty="0"/>
              <a:t> Software Interface) include two type APIs</a:t>
            </a:r>
          </a:p>
          <a:p>
            <a:pPr lvl="1"/>
            <a:r>
              <a:rPr lang="en-US" sz="1800" dirty="0"/>
              <a:t>ARSI-PROC: Sound processing interface</a:t>
            </a:r>
          </a:p>
          <a:p>
            <a:pPr lvl="1"/>
            <a:r>
              <a:rPr lang="en-US" sz="1800" dirty="0"/>
              <a:t>ARSI-PAR: Parameter parsing interface</a:t>
            </a:r>
          </a:p>
        </p:txBody>
      </p:sp>
      <p:cxnSp>
        <p:nvCxnSpPr>
          <p:cNvPr id="5" name="直線接點 4"/>
          <p:cNvCxnSpPr/>
          <p:nvPr/>
        </p:nvCxnSpPr>
        <p:spPr>
          <a:xfrm>
            <a:off x="2016224" y="5598532"/>
            <a:ext cx="5040560"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7" name="流程圖: 程序 6"/>
          <p:cNvSpPr/>
          <p:nvPr/>
        </p:nvSpPr>
        <p:spPr>
          <a:xfrm>
            <a:off x="2232248" y="5949280"/>
            <a:ext cx="2304256" cy="72008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dirty="0"/>
              <a:t>3</a:t>
            </a:r>
            <a:r>
              <a:rPr lang="en-US" sz="1400" baseline="30000" dirty="0"/>
              <a:t>rd</a:t>
            </a:r>
            <a:r>
              <a:rPr lang="en-US" sz="1400" dirty="0"/>
              <a:t> Party </a:t>
            </a:r>
            <a:r>
              <a:rPr lang="en-US" sz="1400" dirty="0" err="1"/>
              <a:t>Aurisys</a:t>
            </a:r>
            <a:endParaRPr lang="en-US" sz="1400" dirty="0"/>
          </a:p>
          <a:p>
            <a:pPr algn="ctr"/>
            <a:r>
              <a:rPr lang="en-US" sz="1400" dirty="0"/>
              <a:t>Sound processing library</a:t>
            </a:r>
          </a:p>
        </p:txBody>
      </p:sp>
      <p:sp>
        <p:nvSpPr>
          <p:cNvPr id="10" name="文字方塊 9"/>
          <p:cNvSpPr txBox="1"/>
          <p:nvPr/>
        </p:nvSpPr>
        <p:spPr>
          <a:xfrm>
            <a:off x="7128792" y="5445224"/>
            <a:ext cx="603242" cy="369332"/>
          </a:xfrm>
          <a:prstGeom prst="rect">
            <a:avLst/>
          </a:prstGeom>
          <a:noFill/>
        </p:spPr>
        <p:txBody>
          <a:bodyPr wrap="none" rtlCol="0">
            <a:spAutoFit/>
          </a:bodyPr>
          <a:lstStyle/>
          <a:p>
            <a:r>
              <a:rPr lang="en-US" dirty="0"/>
              <a:t>ARSI</a:t>
            </a:r>
          </a:p>
        </p:txBody>
      </p:sp>
      <p:sp>
        <p:nvSpPr>
          <p:cNvPr id="11" name="向下箭號 10"/>
          <p:cNvSpPr/>
          <p:nvPr/>
        </p:nvSpPr>
        <p:spPr>
          <a:xfrm>
            <a:off x="3528392" y="5157192"/>
            <a:ext cx="288032" cy="72008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2" name="向下箭號 11"/>
          <p:cNvSpPr/>
          <p:nvPr/>
        </p:nvSpPr>
        <p:spPr>
          <a:xfrm>
            <a:off x="5040560" y="5157192"/>
            <a:ext cx="288032" cy="72008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13" name="文字方塊 12"/>
          <p:cNvSpPr txBox="1"/>
          <p:nvPr/>
        </p:nvSpPr>
        <p:spPr>
          <a:xfrm>
            <a:off x="2044333" y="5229200"/>
            <a:ext cx="1556067" cy="369332"/>
          </a:xfrm>
          <a:prstGeom prst="rect">
            <a:avLst/>
          </a:prstGeom>
          <a:noFill/>
        </p:spPr>
        <p:txBody>
          <a:bodyPr wrap="none" rtlCol="0">
            <a:spAutoFit/>
          </a:bodyPr>
          <a:lstStyle/>
          <a:p>
            <a:r>
              <a:rPr lang="en-US" dirty="0"/>
              <a:t>ARSI-PROC call</a:t>
            </a:r>
          </a:p>
        </p:txBody>
      </p:sp>
      <p:sp>
        <p:nvSpPr>
          <p:cNvPr id="14" name="文字方塊 13"/>
          <p:cNvSpPr txBox="1"/>
          <p:nvPr/>
        </p:nvSpPr>
        <p:spPr>
          <a:xfrm>
            <a:off x="5298091" y="5229200"/>
            <a:ext cx="1398653" cy="369332"/>
          </a:xfrm>
          <a:prstGeom prst="rect">
            <a:avLst/>
          </a:prstGeom>
          <a:noFill/>
        </p:spPr>
        <p:txBody>
          <a:bodyPr wrap="none" rtlCol="0">
            <a:spAutoFit/>
          </a:bodyPr>
          <a:lstStyle/>
          <a:p>
            <a:r>
              <a:rPr lang="en-US" dirty="0"/>
              <a:t>ARSI-PAR call</a:t>
            </a:r>
          </a:p>
        </p:txBody>
      </p:sp>
      <p:sp>
        <p:nvSpPr>
          <p:cNvPr id="15" name="流程圖: 程序 14"/>
          <p:cNvSpPr/>
          <p:nvPr/>
        </p:nvSpPr>
        <p:spPr>
          <a:xfrm>
            <a:off x="2232248" y="4293096"/>
            <a:ext cx="4608512" cy="72008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err="1"/>
              <a:t>Aurisys</a:t>
            </a:r>
            <a:r>
              <a:rPr lang="en-US" dirty="0"/>
              <a:t> Framework</a:t>
            </a:r>
          </a:p>
        </p:txBody>
      </p:sp>
      <p:sp>
        <p:nvSpPr>
          <p:cNvPr id="16" name="流程圖: 文件 15"/>
          <p:cNvSpPr/>
          <p:nvPr/>
        </p:nvSpPr>
        <p:spPr>
          <a:xfrm>
            <a:off x="7236296" y="4293096"/>
            <a:ext cx="1490464" cy="720080"/>
          </a:xfrm>
          <a:prstGeom prst="flowChartDocument">
            <a:avLst/>
          </a:prstGeom>
        </p:spPr>
        <p:style>
          <a:lnRef idx="1">
            <a:schemeClr val="accent1"/>
          </a:lnRef>
          <a:fillRef idx="2">
            <a:schemeClr val="accent1"/>
          </a:fillRef>
          <a:effectRef idx="1">
            <a:schemeClr val="accent1"/>
          </a:effectRef>
          <a:fontRef idx="minor">
            <a:schemeClr val="dk1"/>
          </a:fontRef>
        </p:style>
        <p:txBody>
          <a:bodyPr rtlCol="0" anchor="ctr"/>
          <a:lstStyle/>
          <a:p>
            <a:pPr algn="ctr"/>
            <a:r>
              <a:rPr lang="en-US" sz="1200" dirty="0"/>
              <a:t>Aurisys_config.xml</a:t>
            </a:r>
          </a:p>
        </p:txBody>
      </p:sp>
      <p:cxnSp>
        <p:nvCxnSpPr>
          <p:cNvPr id="18" name="直線單箭頭接點 17"/>
          <p:cNvCxnSpPr>
            <a:stCxn id="16" idx="1"/>
            <a:endCxn id="15" idx="3"/>
          </p:cNvCxnSpPr>
          <p:nvPr/>
        </p:nvCxnSpPr>
        <p:spPr>
          <a:xfrm flipH="1">
            <a:off x="6840760" y="4653136"/>
            <a:ext cx="395536"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22" name="流程圖: 程序 21"/>
          <p:cNvSpPr/>
          <p:nvPr/>
        </p:nvSpPr>
        <p:spPr>
          <a:xfrm>
            <a:off x="4536504" y="5949280"/>
            <a:ext cx="2304256" cy="72008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dirty="0"/>
              <a:t>3</a:t>
            </a:r>
            <a:r>
              <a:rPr lang="en-US" sz="1400" baseline="30000" dirty="0"/>
              <a:t>rd</a:t>
            </a:r>
            <a:r>
              <a:rPr lang="en-US" sz="1400" dirty="0"/>
              <a:t> Party </a:t>
            </a:r>
            <a:r>
              <a:rPr lang="en-US" sz="1400" dirty="0" err="1"/>
              <a:t>Aurisys</a:t>
            </a:r>
            <a:endParaRPr lang="en-US" sz="1400" dirty="0"/>
          </a:p>
          <a:p>
            <a:pPr algn="ctr"/>
            <a:r>
              <a:rPr lang="en-US" sz="1400" dirty="0"/>
              <a:t>Parameter Parsing Library</a:t>
            </a:r>
          </a:p>
        </p:txBody>
      </p:sp>
      <p:sp>
        <p:nvSpPr>
          <p:cNvPr id="19" name="圓角矩形圖說文字 18"/>
          <p:cNvSpPr/>
          <p:nvPr/>
        </p:nvSpPr>
        <p:spPr>
          <a:xfrm>
            <a:off x="7093296" y="6021288"/>
            <a:ext cx="1871192" cy="468632"/>
          </a:xfrm>
          <a:prstGeom prst="wedgeRoundRectCallout">
            <a:avLst>
              <a:gd name="adj1" fmla="val -65260"/>
              <a:gd name="adj2" fmla="val -4824"/>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Running on AP side to do the </a:t>
            </a:r>
            <a:r>
              <a:rPr lang="en-US" sz="1200" dirty="0" err="1"/>
              <a:t>paramter</a:t>
            </a:r>
            <a:r>
              <a:rPr lang="en-US" sz="1200" dirty="0"/>
              <a:t> file parsing</a:t>
            </a:r>
          </a:p>
        </p:txBody>
      </p:sp>
      <p:sp>
        <p:nvSpPr>
          <p:cNvPr id="20" name="圓角矩形圖說文字 19"/>
          <p:cNvSpPr/>
          <p:nvPr/>
        </p:nvSpPr>
        <p:spPr>
          <a:xfrm>
            <a:off x="0" y="6021288"/>
            <a:ext cx="2123728" cy="468632"/>
          </a:xfrm>
          <a:prstGeom prst="wedgeRoundRectCallout">
            <a:avLst>
              <a:gd name="adj1" fmla="val 56467"/>
              <a:gd name="adj2" fmla="val -16868"/>
              <a:gd name="adj3" fmla="val 16667"/>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n-US" sz="1200" dirty="0"/>
              <a:t>Running on  AP/DSP/MCU side to do the sound processing</a:t>
            </a:r>
          </a:p>
        </p:txBody>
      </p:sp>
      <p:sp>
        <p:nvSpPr>
          <p:cNvPr id="4" name="投影片編號版面配置區 3"/>
          <p:cNvSpPr>
            <a:spLocks noGrp="1"/>
          </p:cNvSpPr>
          <p:nvPr>
            <p:ph type="sldNum" sz="quarter" idx="12"/>
          </p:nvPr>
        </p:nvSpPr>
        <p:spPr/>
        <p:txBody>
          <a:bodyPr/>
          <a:lstStyle/>
          <a:p>
            <a:fld id="{5157DEA8-FBF5-4ADB-B880-CDCFE3CE5324}" type="slidenum">
              <a:rPr lang="en-US" smtClean="0"/>
              <a:pP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404664"/>
            <a:ext cx="8229600" cy="1134535"/>
          </a:xfrm>
        </p:spPr>
        <p:txBody>
          <a:bodyPr/>
          <a:lstStyle/>
          <a:p>
            <a:r>
              <a:rPr lang="en-US" dirty="0"/>
              <a:t>System Level </a:t>
            </a:r>
            <a:r>
              <a:rPr lang="en-US" dirty="0" err="1"/>
              <a:t>Aurisys</a:t>
            </a:r>
            <a:r>
              <a:rPr lang="en-US" dirty="0"/>
              <a:t> Structure</a:t>
            </a:r>
          </a:p>
        </p:txBody>
      </p:sp>
      <p:pic>
        <p:nvPicPr>
          <p:cNvPr id="4" name="Picture 5"/>
          <p:cNvPicPr/>
          <p:nvPr/>
        </p:nvPicPr>
        <p:blipFill>
          <a:blip r:embed="rId3" cstate="print"/>
          <a:srcRect/>
          <a:stretch>
            <a:fillRect/>
          </a:stretch>
        </p:blipFill>
        <p:spPr bwMode="auto">
          <a:xfrm>
            <a:off x="1403648" y="1196752"/>
            <a:ext cx="6408712" cy="4752528"/>
          </a:xfrm>
          <a:prstGeom prst="rect">
            <a:avLst/>
          </a:prstGeom>
          <a:noFill/>
          <a:ln w="9525">
            <a:noFill/>
            <a:miter lim="800000"/>
            <a:headEnd/>
            <a:tailEnd/>
          </a:ln>
        </p:spPr>
      </p:pic>
      <p:sp>
        <p:nvSpPr>
          <p:cNvPr id="6" name="文字方塊 5"/>
          <p:cNvSpPr txBox="1"/>
          <p:nvPr/>
        </p:nvSpPr>
        <p:spPr>
          <a:xfrm>
            <a:off x="1187624" y="5949280"/>
            <a:ext cx="7056784" cy="369332"/>
          </a:xfrm>
          <a:prstGeom prst="rect">
            <a:avLst/>
          </a:prstGeom>
          <a:noFill/>
        </p:spPr>
        <p:txBody>
          <a:bodyPr wrap="square" rtlCol="0">
            <a:spAutoFit/>
          </a:bodyPr>
          <a:lstStyle/>
          <a:p>
            <a:pPr>
              <a:buFont typeface="Arial" pitchFamily="34" charset="0"/>
              <a:buChar char="•"/>
            </a:pPr>
            <a:r>
              <a:rPr lang="en-US" dirty="0" err="1"/>
              <a:t>Aurisys</a:t>
            </a:r>
            <a:r>
              <a:rPr lang="en-US" dirty="0"/>
              <a:t> library can be easy to porting to AP/DSP/MCU of MTK platform</a:t>
            </a:r>
          </a:p>
        </p:txBody>
      </p:sp>
      <p:sp>
        <p:nvSpPr>
          <p:cNvPr id="7" name="圓角矩形圖說文字 6"/>
          <p:cNvSpPr/>
          <p:nvPr/>
        </p:nvSpPr>
        <p:spPr>
          <a:xfrm>
            <a:off x="539552" y="1628800"/>
            <a:ext cx="1512168" cy="540640"/>
          </a:xfrm>
          <a:prstGeom prst="wedgeRoundRectCallout">
            <a:avLst>
              <a:gd name="adj1" fmla="val 66822"/>
              <a:gd name="adj2" fmla="val -52492"/>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Support </a:t>
            </a:r>
            <a:r>
              <a:rPr lang="en-US" sz="1400" dirty="0" err="1"/>
              <a:t>aurisys</a:t>
            </a:r>
            <a:r>
              <a:rPr lang="en-US" sz="1400" dirty="0"/>
              <a:t> framework</a:t>
            </a:r>
          </a:p>
        </p:txBody>
      </p:sp>
      <p:sp>
        <p:nvSpPr>
          <p:cNvPr id="8" name="圓角矩形圖說文字 7"/>
          <p:cNvSpPr/>
          <p:nvPr/>
        </p:nvSpPr>
        <p:spPr>
          <a:xfrm>
            <a:off x="107504" y="3896472"/>
            <a:ext cx="1512168" cy="540640"/>
          </a:xfrm>
          <a:prstGeom prst="wedgeRoundRectCallout">
            <a:avLst>
              <a:gd name="adj1" fmla="val 48956"/>
              <a:gd name="adj2" fmla="val -79400"/>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Support </a:t>
            </a:r>
            <a:r>
              <a:rPr lang="en-US" sz="1400" dirty="0" err="1"/>
              <a:t>aurisys</a:t>
            </a:r>
            <a:r>
              <a:rPr lang="en-US" sz="1400" dirty="0"/>
              <a:t> framework</a:t>
            </a:r>
          </a:p>
        </p:txBody>
      </p:sp>
      <p:sp>
        <p:nvSpPr>
          <p:cNvPr id="9" name="圓角矩形圖說文字 8"/>
          <p:cNvSpPr/>
          <p:nvPr/>
        </p:nvSpPr>
        <p:spPr>
          <a:xfrm>
            <a:off x="7596336" y="2060848"/>
            <a:ext cx="1260648" cy="540640"/>
          </a:xfrm>
          <a:prstGeom prst="wedgeRoundRectCallout">
            <a:avLst>
              <a:gd name="adj1" fmla="val -74535"/>
              <a:gd name="adj2" fmla="val 35369"/>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1400" dirty="0"/>
              <a:t>Vendor’s </a:t>
            </a:r>
            <a:r>
              <a:rPr lang="en-US" altLang="zh-TW" sz="1400" dirty="0" err="1"/>
              <a:t>aurisys</a:t>
            </a:r>
            <a:r>
              <a:rPr lang="en-US" altLang="zh-TW" sz="1400" dirty="0"/>
              <a:t> library</a:t>
            </a:r>
            <a:endParaRPr lang="en-US" sz="1400" dirty="0"/>
          </a:p>
        </p:txBody>
      </p:sp>
      <p:sp>
        <p:nvSpPr>
          <p:cNvPr id="10" name="圓角矩形圖說文字 9"/>
          <p:cNvSpPr/>
          <p:nvPr/>
        </p:nvSpPr>
        <p:spPr>
          <a:xfrm>
            <a:off x="5076056" y="4653136"/>
            <a:ext cx="1260648" cy="540640"/>
          </a:xfrm>
          <a:prstGeom prst="wedgeRoundRectCallout">
            <a:avLst>
              <a:gd name="adj1" fmla="val -71709"/>
              <a:gd name="adj2" fmla="val -5029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altLang="zh-TW" sz="1400" dirty="0"/>
              <a:t>Vendor’s </a:t>
            </a:r>
            <a:r>
              <a:rPr lang="en-US" altLang="zh-TW" sz="1400" dirty="0" err="1"/>
              <a:t>aurisys</a:t>
            </a:r>
            <a:r>
              <a:rPr lang="en-US" altLang="zh-TW" sz="1400" dirty="0"/>
              <a:t> library</a:t>
            </a:r>
            <a:endParaRPr lang="en-US" sz="1400" dirty="0"/>
          </a:p>
        </p:txBody>
      </p:sp>
      <p:sp>
        <p:nvSpPr>
          <p:cNvPr id="3" name="投影片編號版面配置區 2"/>
          <p:cNvSpPr>
            <a:spLocks noGrp="1"/>
          </p:cNvSpPr>
          <p:nvPr>
            <p:ph type="sldNum" sz="quarter" idx="12"/>
          </p:nvPr>
        </p:nvSpPr>
        <p:spPr/>
        <p:txBody>
          <a:bodyPr/>
          <a:lstStyle/>
          <a:p>
            <a:fld id="{5157DEA8-FBF5-4ADB-B880-CDCFE3CE5324}" type="slidenum">
              <a:rPr lang="en-US" smtClean="0"/>
              <a:pP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Tuning Architecture</a:t>
            </a:r>
          </a:p>
        </p:txBody>
      </p:sp>
      <p:pic>
        <p:nvPicPr>
          <p:cNvPr id="4" name="Picture 6"/>
          <p:cNvPicPr/>
          <p:nvPr/>
        </p:nvPicPr>
        <p:blipFill>
          <a:blip r:embed="rId3" cstate="print"/>
          <a:srcRect/>
          <a:stretch>
            <a:fillRect/>
          </a:stretch>
        </p:blipFill>
        <p:spPr bwMode="auto">
          <a:xfrm>
            <a:off x="1331640" y="1268760"/>
            <a:ext cx="6552728" cy="5040560"/>
          </a:xfrm>
          <a:prstGeom prst="rect">
            <a:avLst/>
          </a:prstGeom>
          <a:noFill/>
          <a:ln w="9525">
            <a:noFill/>
            <a:miter lim="800000"/>
            <a:headEnd/>
            <a:tailEnd/>
          </a:ln>
        </p:spPr>
      </p:pic>
      <p:sp>
        <p:nvSpPr>
          <p:cNvPr id="5" name="文字方塊 4"/>
          <p:cNvSpPr txBox="1"/>
          <p:nvPr/>
        </p:nvSpPr>
        <p:spPr>
          <a:xfrm>
            <a:off x="5796136" y="5775647"/>
            <a:ext cx="3203848" cy="461665"/>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buFont typeface="Arial" pitchFamily="34" charset="0"/>
              <a:buChar char="•"/>
            </a:pPr>
            <a:r>
              <a:rPr lang="en-US" sz="1200" b="1" dirty="0"/>
              <a:t>ARSI-PROC</a:t>
            </a:r>
            <a:r>
              <a:rPr lang="en-US" sz="1200" dirty="0"/>
              <a:t>: </a:t>
            </a:r>
            <a:r>
              <a:rPr lang="en-US" sz="1200" dirty="0" err="1"/>
              <a:t>aurisys</a:t>
            </a:r>
            <a:r>
              <a:rPr lang="en-US" sz="1200" dirty="0"/>
              <a:t> sound processing interface </a:t>
            </a:r>
          </a:p>
          <a:p>
            <a:pPr>
              <a:buFont typeface="Arial" pitchFamily="34" charset="0"/>
              <a:buChar char="•"/>
            </a:pPr>
            <a:r>
              <a:rPr lang="en-US" sz="1200" b="1" dirty="0"/>
              <a:t>ARSI-PAR</a:t>
            </a:r>
            <a:r>
              <a:rPr lang="en-US" sz="1200" dirty="0"/>
              <a:t>: </a:t>
            </a:r>
            <a:r>
              <a:rPr lang="en-US" sz="1200" dirty="0" err="1"/>
              <a:t>aurisys</a:t>
            </a:r>
            <a:r>
              <a:rPr lang="en-US" sz="1200" dirty="0"/>
              <a:t> parameter parsing interface </a:t>
            </a:r>
          </a:p>
        </p:txBody>
      </p:sp>
      <p:cxnSp>
        <p:nvCxnSpPr>
          <p:cNvPr id="7" name="直線接點 6"/>
          <p:cNvCxnSpPr/>
          <p:nvPr/>
        </p:nvCxnSpPr>
        <p:spPr>
          <a:xfrm>
            <a:off x="5220072" y="1700808"/>
            <a:ext cx="2592288" cy="0"/>
          </a:xfrm>
          <a:prstGeom prst="line">
            <a:avLst/>
          </a:prstGeom>
          <a:ln w="31750">
            <a:prstDash val="dash"/>
          </a:ln>
        </p:spPr>
        <p:style>
          <a:lnRef idx="2">
            <a:schemeClr val="dk1"/>
          </a:lnRef>
          <a:fillRef idx="0">
            <a:schemeClr val="dk1"/>
          </a:fillRef>
          <a:effectRef idx="1">
            <a:schemeClr val="dk1"/>
          </a:effectRef>
          <a:fontRef idx="minor">
            <a:schemeClr val="tx1"/>
          </a:fontRef>
        </p:style>
      </p:cxnSp>
      <p:sp>
        <p:nvSpPr>
          <p:cNvPr id="9" name="圓角矩形圖說文字 8"/>
          <p:cNvSpPr/>
          <p:nvPr/>
        </p:nvSpPr>
        <p:spPr>
          <a:xfrm>
            <a:off x="3203848" y="1412776"/>
            <a:ext cx="1778496" cy="504056"/>
          </a:xfrm>
          <a:prstGeom prst="wedgeRoundRectCallout">
            <a:avLst>
              <a:gd name="adj1" fmla="val 62130"/>
              <a:gd name="adj2" fmla="val -1406"/>
              <a:gd name="adj3" fmla="val 16667"/>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dirty="0" err="1"/>
              <a:t>adb</a:t>
            </a:r>
            <a:r>
              <a:rPr lang="en-US" sz="1200" dirty="0"/>
              <a:t> interface</a:t>
            </a:r>
          </a:p>
          <a:p>
            <a:pPr algn="ctr"/>
            <a:r>
              <a:rPr lang="en-US" sz="1200" dirty="0"/>
              <a:t>(android debug bridge)</a:t>
            </a:r>
          </a:p>
        </p:txBody>
      </p:sp>
      <p:cxnSp>
        <p:nvCxnSpPr>
          <p:cNvPr id="11" name="肘形接點 10"/>
          <p:cNvCxnSpPr/>
          <p:nvPr/>
        </p:nvCxnSpPr>
        <p:spPr>
          <a:xfrm rot="5400000">
            <a:off x="4896036" y="1880828"/>
            <a:ext cx="1656184" cy="1008112"/>
          </a:xfrm>
          <a:prstGeom prst="bentConnector3">
            <a:avLst>
              <a:gd name="adj1" fmla="val 74469"/>
            </a:avLst>
          </a:prstGeom>
          <a:ln>
            <a:tailEnd type="arrow"/>
          </a:ln>
        </p:spPr>
        <p:style>
          <a:lnRef idx="2">
            <a:schemeClr val="accent1"/>
          </a:lnRef>
          <a:fillRef idx="0">
            <a:schemeClr val="accent1"/>
          </a:fillRef>
          <a:effectRef idx="1">
            <a:schemeClr val="accent1"/>
          </a:effectRef>
          <a:fontRef idx="minor">
            <a:schemeClr val="tx1"/>
          </a:fontRef>
        </p:style>
      </p:cxnSp>
      <p:pic>
        <p:nvPicPr>
          <p:cNvPr id="6145" name="Picture 1"/>
          <p:cNvPicPr>
            <a:picLocks noChangeAspect="1" noChangeArrowheads="1"/>
          </p:cNvPicPr>
          <p:nvPr/>
        </p:nvPicPr>
        <p:blipFill>
          <a:blip r:embed="rId4" cstate="print"/>
          <a:srcRect/>
          <a:stretch>
            <a:fillRect/>
          </a:stretch>
        </p:blipFill>
        <p:spPr bwMode="auto">
          <a:xfrm>
            <a:off x="3707903" y="2708920"/>
            <a:ext cx="1440161" cy="223546"/>
          </a:xfrm>
          <a:prstGeom prst="rect">
            <a:avLst/>
          </a:prstGeom>
          <a:noFill/>
          <a:ln w="9525">
            <a:noFill/>
            <a:miter lim="800000"/>
            <a:headEnd/>
            <a:tailEnd/>
          </a:ln>
        </p:spPr>
      </p:pic>
      <p:sp>
        <p:nvSpPr>
          <p:cNvPr id="13" name="文字方塊 12"/>
          <p:cNvSpPr txBox="1"/>
          <p:nvPr/>
        </p:nvSpPr>
        <p:spPr>
          <a:xfrm>
            <a:off x="3749606" y="2647945"/>
            <a:ext cx="1542474" cy="276999"/>
          </a:xfrm>
          <a:prstGeom prst="rect">
            <a:avLst/>
          </a:prstGeom>
          <a:noFill/>
        </p:spPr>
        <p:txBody>
          <a:bodyPr wrap="square" rtlCol="0">
            <a:spAutoFit/>
          </a:bodyPr>
          <a:lstStyle/>
          <a:p>
            <a:r>
              <a:rPr lang="en-US" sz="1200" dirty="0" err="1"/>
              <a:t>Aurisys</a:t>
            </a:r>
            <a:r>
              <a:rPr lang="en-US" sz="1200" dirty="0"/>
              <a:t> framework</a:t>
            </a:r>
          </a:p>
        </p:txBody>
      </p:sp>
      <p:sp>
        <p:nvSpPr>
          <p:cNvPr id="3" name="投影片編號版面配置區 2"/>
          <p:cNvSpPr>
            <a:spLocks noGrp="1"/>
          </p:cNvSpPr>
          <p:nvPr>
            <p:ph type="sldNum" sz="quarter" idx="12"/>
          </p:nvPr>
        </p:nvSpPr>
        <p:spPr/>
        <p:txBody>
          <a:bodyPr/>
          <a:lstStyle/>
          <a:p>
            <a:fld id="{5157DEA8-FBF5-4ADB-B880-CDCFE3CE5324}" type="slidenum">
              <a:rPr lang="en-US" smtClean="0"/>
              <a:pP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Debugging Interface</a:t>
            </a:r>
          </a:p>
        </p:txBody>
      </p:sp>
      <p:sp>
        <p:nvSpPr>
          <p:cNvPr id="3" name="內容版面配置區 2"/>
          <p:cNvSpPr>
            <a:spLocks noGrp="1"/>
          </p:cNvSpPr>
          <p:nvPr>
            <p:ph idx="1"/>
          </p:nvPr>
        </p:nvSpPr>
        <p:spPr/>
        <p:txBody>
          <a:bodyPr>
            <a:normAutofit/>
          </a:bodyPr>
          <a:lstStyle/>
          <a:p>
            <a:r>
              <a:rPr lang="en-US" dirty="0"/>
              <a:t>ARSI also provide debugging interface</a:t>
            </a:r>
          </a:p>
          <a:p>
            <a:pPr lvl="1"/>
            <a:r>
              <a:rPr lang="en-US" dirty="0"/>
              <a:t>Log:</a:t>
            </a:r>
          </a:p>
          <a:p>
            <a:pPr lvl="2"/>
            <a:r>
              <a:rPr lang="en-US" dirty="0"/>
              <a:t>Dynamic enable/disable library log through ADB command</a:t>
            </a:r>
          </a:p>
          <a:p>
            <a:pPr lvl="1"/>
            <a:r>
              <a:rPr lang="en-US" dirty="0"/>
              <a:t>Debugging dump:</a:t>
            </a:r>
          </a:p>
          <a:p>
            <a:pPr lvl="2"/>
            <a:r>
              <a:rPr lang="en-US" dirty="0" err="1"/>
              <a:t>Aurisys</a:t>
            </a:r>
            <a:r>
              <a:rPr lang="en-US" dirty="0"/>
              <a:t> library can write proprietary data to a file for issue debugging</a:t>
            </a:r>
          </a:p>
          <a:p>
            <a:pPr lvl="2"/>
            <a:r>
              <a:rPr lang="en-US" dirty="0"/>
              <a:t>Dynamic enable/disable debugging dump through ADB command</a:t>
            </a:r>
          </a:p>
        </p:txBody>
      </p:sp>
      <p:sp>
        <p:nvSpPr>
          <p:cNvPr id="4" name="投影片編號版面配置區 3"/>
          <p:cNvSpPr>
            <a:spLocks noGrp="1"/>
          </p:cNvSpPr>
          <p:nvPr>
            <p:ph type="sldNum" sz="quarter" idx="12"/>
          </p:nvPr>
        </p:nvSpPr>
        <p:spPr/>
        <p:txBody>
          <a:bodyPr/>
          <a:lstStyle/>
          <a:p>
            <a:fld id="{5157DEA8-FBF5-4ADB-B880-CDCFE3CE5324}" type="slidenum">
              <a:rPr lang="en-US" smtClean="0"/>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Lib Verifier</a:t>
            </a:r>
          </a:p>
        </p:txBody>
      </p:sp>
      <p:sp>
        <p:nvSpPr>
          <p:cNvPr id="3" name="內容版面配置區 2"/>
          <p:cNvSpPr>
            <a:spLocks noGrp="1"/>
          </p:cNvSpPr>
          <p:nvPr>
            <p:ph idx="1"/>
          </p:nvPr>
        </p:nvSpPr>
        <p:spPr>
          <a:xfrm>
            <a:off x="457200" y="1556792"/>
            <a:ext cx="8229600" cy="4289481"/>
          </a:xfrm>
        </p:spPr>
        <p:txBody>
          <a:bodyPr>
            <a:normAutofit/>
          </a:bodyPr>
          <a:lstStyle/>
          <a:p>
            <a:r>
              <a:rPr lang="en-US" sz="2000" dirty="0"/>
              <a:t>Lib verifier provide a simple test program to verify your </a:t>
            </a:r>
            <a:r>
              <a:rPr lang="en-US" sz="2000" dirty="0" err="1"/>
              <a:t>Aurisys</a:t>
            </a:r>
            <a:r>
              <a:rPr lang="en-US" sz="2000" dirty="0"/>
              <a:t> lib’s implementation which is pass </a:t>
            </a:r>
            <a:r>
              <a:rPr lang="en-US" sz="2000" b="1" dirty="0"/>
              <a:t>API level test</a:t>
            </a:r>
            <a:r>
              <a:rPr lang="en-US" sz="2000" dirty="0"/>
              <a:t> or not</a:t>
            </a:r>
          </a:p>
          <a:p>
            <a:r>
              <a:rPr lang="en-US" sz="2000" dirty="0"/>
              <a:t>Easy to compile &amp; run in variant environment</a:t>
            </a:r>
            <a:r>
              <a:rPr lang="zh-TW" altLang="en-US" sz="2000" dirty="0"/>
              <a:t> </a:t>
            </a:r>
            <a:r>
              <a:rPr lang="en-US" altLang="zh-TW" sz="2000" dirty="0"/>
              <a:t>and simulator</a:t>
            </a:r>
            <a:endParaRPr lang="en-US" sz="2000" dirty="0"/>
          </a:p>
          <a:p>
            <a:pPr lvl="1"/>
            <a:r>
              <a:rPr lang="en-US" sz="1800" dirty="0"/>
              <a:t>It only contain 1 main source file and 3 header files</a:t>
            </a:r>
          </a:p>
          <a:p>
            <a:r>
              <a:rPr lang="en-US" sz="2000" dirty="0"/>
              <a:t>You also can check the source to know the </a:t>
            </a:r>
            <a:r>
              <a:rPr lang="en-US" sz="2000" dirty="0" err="1"/>
              <a:t>aurisys</a:t>
            </a:r>
            <a:r>
              <a:rPr lang="en-US" sz="2000" dirty="0"/>
              <a:t> library’s</a:t>
            </a:r>
          </a:p>
          <a:p>
            <a:pPr lvl="1"/>
            <a:r>
              <a:rPr lang="en-US" sz="1800" dirty="0"/>
              <a:t>Control sequence</a:t>
            </a:r>
          </a:p>
          <a:p>
            <a:pPr lvl="1"/>
            <a:r>
              <a:rPr lang="en-US" sz="1800" dirty="0"/>
              <a:t>Simple implementation</a:t>
            </a:r>
          </a:p>
          <a:p>
            <a:endParaRPr lang="en-US" sz="2200" dirty="0"/>
          </a:p>
        </p:txBody>
      </p:sp>
      <p:cxnSp>
        <p:nvCxnSpPr>
          <p:cNvPr id="4" name="直線接點 3"/>
          <p:cNvCxnSpPr/>
          <p:nvPr/>
        </p:nvCxnSpPr>
        <p:spPr>
          <a:xfrm>
            <a:off x="2168558" y="5526524"/>
            <a:ext cx="5040560" cy="0"/>
          </a:xfrm>
          <a:prstGeom prst="line">
            <a:avLst/>
          </a:prstGeom>
          <a:ln>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5" name="流程圖: 程序 4"/>
          <p:cNvSpPr/>
          <p:nvPr/>
        </p:nvSpPr>
        <p:spPr>
          <a:xfrm>
            <a:off x="2384582" y="5877272"/>
            <a:ext cx="4608512" cy="720080"/>
          </a:xfrm>
          <a:prstGeom prst="flowChartProcess">
            <a:avLst/>
          </a:prstGeom>
        </p:spPr>
        <p:style>
          <a:lnRef idx="3">
            <a:schemeClr val="lt1"/>
          </a:lnRef>
          <a:fillRef idx="1">
            <a:schemeClr val="accent1"/>
          </a:fillRef>
          <a:effectRef idx="1">
            <a:schemeClr val="accent1"/>
          </a:effectRef>
          <a:fontRef idx="minor">
            <a:schemeClr val="lt1"/>
          </a:fontRef>
        </p:style>
        <p:txBody>
          <a:bodyPr rtlCol="0" anchor="ctr"/>
          <a:lstStyle/>
          <a:p>
            <a:pPr algn="ctr"/>
            <a:r>
              <a:rPr lang="en-US" sz="1400" dirty="0"/>
              <a:t>“3</a:t>
            </a:r>
            <a:r>
              <a:rPr lang="en-US" sz="1400" baseline="30000" dirty="0"/>
              <a:t>rd</a:t>
            </a:r>
            <a:r>
              <a:rPr lang="en-US" sz="1400" dirty="0"/>
              <a:t> Party </a:t>
            </a:r>
            <a:r>
              <a:rPr lang="en-US" sz="1400" dirty="0" err="1"/>
              <a:t>Aurisys</a:t>
            </a:r>
            <a:r>
              <a:rPr lang="en-US" sz="1400" dirty="0"/>
              <a:t> lib” or “reference implementation”</a:t>
            </a:r>
          </a:p>
        </p:txBody>
      </p:sp>
      <p:sp>
        <p:nvSpPr>
          <p:cNvPr id="6" name="文字方塊 5"/>
          <p:cNvSpPr txBox="1"/>
          <p:nvPr/>
        </p:nvSpPr>
        <p:spPr>
          <a:xfrm>
            <a:off x="7236296" y="5301208"/>
            <a:ext cx="603242" cy="369332"/>
          </a:xfrm>
          <a:prstGeom prst="rect">
            <a:avLst/>
          </a:prstGeom>
          <a:noFill/>
        </p:spPr>
        <p:txBody>
          <a:bodyPr wrap="none" rtlCol="0">
            <a:spAutoFit/>
          </a:bodyPr>
          <a:lstStyle/>
          <a:p>
            <a:r>
              <a:rPr lang="en-US" dirty="0"/>
              <a:t>ARSI</a:t>
            </a:r>
          </a:p>
        </p:txBody>
      </p:sp>
      <p:sp>
        <p:nvSpPr>
          <p:cNvPr id="7" name="向下箭號 6"/>
          <p:cNvSpPr/>
          <p:nvPr/>
        </p:nvSpPr>
        <p:spPr>
          <a:xfrm>
            <a:off x="4572000" y="5085184"/>
            <a:ext cx="288032" cy="720080"/>
          </a:xfrm>
          <a:prstGeom prst="downArrow">
            <a:avLst/>
          </a:prstGeom>
        </p:spPr>
        <p:style>
          <a:lnRef idx="1">
            <a:schemeClr val="dk1"/>
          </a:lnRef>
          <a:fillRef idx="2">
            <a:schemeClr val="dk1"/>
          </a:fillRef>
          <a:effectRef idx="1">
            <a:schemeClr val="dk1"/>
          </a:effectRef>
          <a:fontRef idx="minor">
            <a:schemeClr val="dk1"/>
          </a:fontRef>
        </p:style>
        <p:txBody>
          <a:bodyPr rtlCol="0" anchor="ctr"/>
          <a:lstStyle/>
          <a:p>
            <a:pPr algn="ctr"/>
            <a:endParaRPr lang="en-US"/>
          </a:p>
        </p:txBody>
      </p:sp>
      <p:sp>
        <p:nvSpPr>
          <p:cNvPr id="9" name="文字方塊 8"/>
          <p:cNvSpPr txBox="1"/>
          <p:nvPr/>
        </p:nvSpPr>
        <p:spPr>
          <a:xfrm>
            <a:off x="3278120" y="5157192"/>
            <a:ext cx="1293880" cy="369332"/>
          </a:xfrm>
          <a:prstGeom prst="rect">
            <a:avLst/>
          </a:prstGeom>
          <a:noFill/>
        </p:spPr>
        <p:txBody>
          <a:bodyPr wrap="none" rtlCol="0">
            <a:spAutoFit/>
          </a:bodyPr>
          <a:lstStyle/>
          <a:p>
            <a:r>
              <a:rPr lang="en-US" dirty="0"/>
              <a:t>ARSI testing</a:t>
            </a:r>
          </a:p>
        </p:txBody>
      </p:sp>
      <p:sp>
        <p:nvSpPr>
          <p:cNvPr id="11" name="流程圖: 程序 10"/>
          <p:cNvSpPr/>
          <p:nvPr/>
        </p:nvSpPr>
        <p:spPr>
          <a:xfrm>
            <a:off x="2384582" y="4221088"/>
            <a:ext cx="4608512" cy="720080"/>
          </a:xfrm>
          <a:prstGeom prst="flowChartProcess">
            <a:avLst/>
          </a:prstGeom>
        </p:spPr>
        <p:style>
          <a:lnRef idx="3">
            <a:schemeClr val="lt1"/>
          </a:lnRef>
          <a:fillRef idx="1">
            <a:schemeClr val="accent3"/>
          </a:fillRef>
          <a:effectRef idx="1">
            <a:schemeClr val="accent3"/>
          </a:effectRef>
          <a:fontRef idx="minor">
            <a:schemeClr val="lt1"/>
          </a:fontRef>
        </p:style>
        <p:txBody>
          <a:bodyPr rtlCol="0" anchor="ctr"/>
          <a:lstStyle/>
          <a:p>
            <a:pPr algn="ctr"/>
            <a:r>
              <a:rPr lang="en-US" dirty="0"/>
              <a:t>Lib Verifier</a:t>
            </a:r>
          </a:p>
        </p:txBody>
      </p:sp>
      <p:sp>
        <p:nvSpPr>
          <p:cNvPr id="8" name="投影片編號版面配置區 7"/>
          <p:cNvSpPr>
            <a:spLocks noGrp="1"/>
          </p:cNvSpPr>
          <p:nvPr>
            <p:ph type="sldNum" sz="quarter" idx="12"/>
          </p:nvPr>
        </p:nvSpPr>
        <p:spPr/>
        <p:txBody>
          <a:bodyPr/>
          <a:lstStyle/>
          <a:p>
            <a:fld id="{5157DEA8-FBF5-4ADB-B880-CDCFE3CE5324}" type="slidenum">
              <a:rPr lang="en-US" smtClean="0"/>
              <a:pP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3"/>
          <p:cNvSpPr>
            <a:spLocks noGrp="1"/>
          </p:cNvSpPr>
          <p:nvPr>
            <p:ph type="title"/>
          </p:nvPr>
        </p:nvSpPr>
        <p:spPr/>
        <p:txBody>
          <a:bodyPr/>
          <a:lstStyle/>
          <a:p>
            <a:r>
              <a:rPr lang="en-US" dirty="0"/>
              <a:t>Q&amp;A</a:t>
            </a:r>
          </a:p>
        </p:txBody>
      </p:sp>
      <p:sp>
        <p:nvSpPr>
          <p:cNvPr id="5" name="文字版面配置區 4"/>
          <p:cNvSpPr>
            <a:spLocks noGrp="1"/>
          </p:cNvSpPr>
          <p:nvPr>
            <p:ph type="body" idx="1"/>
          </p:nvPr>
        </p:nvSpPr>
        <p:spPr/>
        <p:txBody>
          <a:bodyPr/>
          <a:lstStyle/>
          <a:p>
            <a:endParaRPr lang="en-US"/>
          </a:p>
        </p:txBody>
      </p:sp>
      <p:sp>
        <p:nvSpPr>
          <p:cNvPr id="2" name="投影片編號版面配置區 1"/>
          <p:cNvSpPr>
            <a:spLocks noGrp="1"/>
          </p:cNvSpPr>
          <p:nvPr>
            <p:ph type="sldNum" sz="quarter" idx="12"/>
          </p:nvPr>
        </p:nvSpPr>
        <p:spPr/>
        <p:txBody>
          <a:bodyPr/>
          <a:lstStyle/>
          <a:p>
            <a:fld id="{5157DEA8-FBF5-4ADB-B880-CDCFE3CE5324}" type="slidenum">
              <a:rPr lang="en-US" smtClean="0"/>
              <a:pP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TW" dirty="0"/>
              <a:t>Android HAL Block Diagram (Record)</a:t>
            </a:r>
            <a:endParaRPr lang="en-US" dirty="0"/>
          </a:p>
        </p:txBody>
      </p:sp>
      <p:pic>
        <p:nvPicPr>
          <p:cNvPr id="6" name="Picture 5"/>
          <p:cNvPicPr>
            <a:picLocks noChangeAspect="1"/>
          </p:cNvPicPr>
          <p:nvPr/>
        </p:nvPicPr>
        <p:blipFill>
          <a:blip r:embed="rId2" cstate="print"/>
          <a:stretch>
            <a:fillRect/>
          </a:stretch>
        </p:blipFill>
        <p:spPr>
          <a:xfrm>
            <a:off x="1403648" y="1412776"/>
            <a:ext cx="6834607" cy="4730948"/>
          </a:xfrm>
          <a:prstGeom prst="rect">
            <a:avLst/>
          </a:prstGeom>
        </p:spPr>
      </p:pic>
      <p:sp>
        <p:nvSpPr>
          <p:cNvPr id="3" name="Slide Number Placeholder 2"/>
          <p:cNvSpPr>
            <a:spLocks noGrp="1"/>
          </p:cNvSpPr>
          <p:nvPr>
            <p:ph type="sldNum" sz="quarter" idx="12"/>
          </p:nvPr>
        </p:nvSpPr>
        <p:spPr/>
        <p:txBody>
          <a:bodyPr/>
          <a:lstStyle/>
          <a:p>
            <a:fld id="{0AEF9A4B-07C9-404C-9053-A3A2AC3AD5D6}" type="slidenum">
              <a:rPr lang="en-GB" smtClean="0"/>
              <a:pPr/>
              <a:t>10</a:t>
            </a:fld>
            <a:endParaRPr lang="en-GB"/>
          </a:p>
        </p:txBody>
      </p:sp>
    </p:spTree>
    <p:extLst>
      <p:ext uri="{BB962C8B-B14F-4D97-AF65-F5344CB8AC3E}">
        <p14:creationId xmlns:p14="http://schemas.microsoft.com/office/powerpoint/2010/main" val="12732483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aurisys_config.xml</a:t>
            </a:r>
          </a:p>
        </p:txBody>
      </p:sp>
      <p:graphicFrame>
        <p:nvGraphicFramePr>
          <p:cNvPr id="6" name="內容版面配置區 4"/>
          <p:cNvGraphicFramePr>
            <a:graphicFrameLocks noGrp="1"/>
          </p:cNvGraphicFramePr>
          <p:nvPr>
            <p:ph sz="quarter" idx="4294967295"/>
            <p:extLst>
              <p:ext uri="{D42A27DB-BD31-4B8C-83A1-F6EECF244321}">
                <p14:modId xmlns:p14="http://schemas.microsoft.com/office/powerpoint/2010/main" val="1361248172"/>
              </p:ext>
            </p:extLst>
          </p:nvPr>
        </p:nvGraphicFramePr>
        <p:xfrm>
          <a:off x="360666" y="1613754"/>
          <a:ext cx="8422666" cy="3601720"/>
        </p:xfrm>
        <a:graphic>
          <a:graphicData uri="http://schemas.openxmlformats.org/drawingml/2006/table">
            <a:tbl>
              <a:tblPr firstRow="1" bandRow="1" bandCol="1">
                <a:tableStyleId>{69012ECD-51FC-41F1-AA8D-1B2483CD663E}</a:tableStyleId>
              </a:tblPr>
              <a:tblGrid>
                <a:gridCol w="1163130">
                  <a:extLst>
                    <a:ext uri="{9D8B030D-6E8A-4147-A177-3AD203B41FA5}">
                      <a16:colId xmlns:a16="http://schemas.microsoft.com/office/drawing/2014/main" val="20000"/>
                    </a:ext>
                  </a:extLst>
                </a:gridCol>
                <a:gridCol w="1814884">
                  <a:extLst>
                    <a:ext uri="{9D8B030D-6E8A-4147-A177-3AD203B41FA5}">
                      <a16:colId xmlns:a16="http://schemas.microsoft.com/office/drawing/2014/main" val="20001"/>
                    </a:ext>
                  </a:extLst>
                </a:gridCol>
                <a:gridCol w="1814884">
                  <a:extLst>
                    <a:ext uri="{9D8B030D-6E8A-4147-A177-3AD203B41FA5}">
                      <a16:colId xmlns:a16="http://schemas.microsoft.com/office/drawing/2014/main" val="20002"/>
                    </a:ext>
                  </a:extLst>
                </a:gridCol>
                <a:gridCol w="1814884">
                  <a:extLst>
                    <a:ext uri="{9D8B030D-6E8A-4147-A177-3AD203B41FA5}">
                      <a16:colId xmlns:a16="http://schemas.microsoft.com/office/drawing/2014/main" val="20003"/>
                    </a:ext>
                  </a:extLst>
                </a:gridCol>
                <a:gridCol w="1814884">
                  <a:extLst>
                    <a:ext uri="{9D8B030D-6E8A-4147-A177-3AD203B41FA5}">
                      <a16:colId xmlns:a16="http://schemas.microsoft.com/office/drawing/2014/main" val="20004"/>
                    </a:ext>
                  </a:extLst>
                </a:gridCol>
              </a:tblGrid>
              <a:tr h="370840">
                <a:tc>
                  <a:txBody>
                    <a:bodyPr/>
                    <a:lstStyle/>
                    <a:p>
                      <a:endParaRPr lang="en-US" sz="1200" dirty="0"/>
                    </a:p>
                  </a:txBody>
                  <a:tcPr marL="68562" marR="68562"/>
                </a:tc>
                <a:tc>
                  <a:txBody>
                    <a:bodyPr/>
                    <a:lstStyle/>
                    <a:p>
                      <a:pPr algn="ctr"/>
                      <a:r>
                        <a:rPr lang="en-US" sz="1200" dirty="0"/>
                        <a:t>Record</a:t>
                      </a:r>
                    </a:p>
                  </a:txBody>
                  <a:tcPr marL="68562" marR="68562"/>
                </a:tc>
                <a:tc>
                  <a:txBody>
                    <a:bodyPr/>
                    <a:lstStyle/>
                    <a:p>
                      <a:pPr algn="ctr"/>
                      <a:r>
                        <a:rPr lang="en-US" sz="1200" dirty="0"/>
                        <a:t>VoIP UL</a:t>
                      </a:r>
                    </a:p>
                  </a:txBody>
                  <a:tcPr marL="68562" marR="68562"/>
                </a:tc>
                <a:tc>
                  <a:txBody>
                    <a:bodyPr/>
                    <a:lstStyle/>
                    <a:p>
                      <a:pPr algn="ctr"/>
                      <a:r>
                        <a:rPr lang="en-US" sz="1200" dirty="0"/>
                        <a:t>VoIP DL</a:t>
                      </a:r>
                    </a:p>
                  </a:txBody>
                  <a:tcPr marL="68562" marR="68562"/>
                </a:tc>
                <a:tc>
                  <a:txBody>
                    <a:bodyPr/>
                    <a:lstStyle/>
                    <a:p>
                      <a:pPr algn="ctr"/>
                      <a:r>
                        <a:rPr lang="en-US" sz="1200" dirty="0"/>
                        <a:t>Playback</a:t>
                      </a:r>
                    </a:p>
                  </a:txBody>
                  <a:tcPr marL="68562" marR="68562"/>
                </a:tc>
                <a:extLst>
                  <a:ext uri="{0D108BD9-81ED-4DB2-BD59-A6C34878D82A}">
                    <a16:rowId xmlns:a16="http://schemas.microsoft.com/office/drawing/2014/main" val="10000"/>
                  </a:ext>
                </a:extLst>
              </a:tr>
              <a:tr h="370840">
                <a:tc>
                  <a:txBody>
                    <a:bodyPr/>
                    <a:lstStyle/>
                    <a:p>
                      <a:r>
                        <a:rPr lang="en-US" sz="1200" dirty="0"/>
                        <a:t>library</a:t>
                      </a:r>
                      <a:endParaRPr lang="en-US" sz="1200" b="1" dirty="0"/>
                    </a:p>
                  </a:txBody>
                  <a:tcPr marL="68562" marR="68562"/>
                </a:tc>
                <a:tc>
                  <a:txBody>
                    <a:bodyPr/>
                    <a:lstStyle/>
                    <a:p>
                      <a:pPr algn="ctr"/>
                      <a:r>
                        <a:rPr lang="en-US" sz="1200" dirty="0" err="1"/>
                        <a:t>mtk_speech_enh</a:t>
                      </a:r>
                      <a:endParaRPr lang="en-US" sz="1200" dirty="0"/>
                    </a:p>
                  </a:txBody>
                  <a:tcPr marL="68562" marR="68562"/>
                </a:tc>
                <a:tc>
                  <a:txBody>
                    <a:bodyPr/>
                    <a:lstStyle/>
                    <a:p>
                      <a:pPr algn="ctr"/>
                      <a:r>
                        <a:rPr lang="en-US" sz="1200" dirty="0" err="1"/>
                        <a:t>mtk_speech_enh</a:t>
                      </a:r>
                      <a:endParaRPr lang="en-US" sz="1200" dirty="0"/>
                    </a:p>
                  </a:txBody>
                  <a:tcPr marL="68562" marR="68562"/>
                </a:tc>
                <a:tc>
                  <a:txBody>
                    <a:bodyPr/>
                    <a:lstStyle/>
                    <a:p>
                      <a:pPr algn="ctr"/>
                      <a:r>
                        <a:rPr lang="en-US" sz="1200" dirty="0" err="1"/>
                        <a:t>mtk_speech_enh</a:t>
                      </a:r>
                      <a:endParaRPr lang="en-US" sz="1200" dirty="0"/>
                    </a:p>
                  </a:txBody>
                  <a:tcPr marL="68562" marR="68562"/>
                </a:tc>
                <a:tc>
                  <a:txBody>
                    <a:bodyPr/>
                    <a:lstStyle/>
                    <a:p>
                      <a:pPr algn="ctr"/>
                      <a:r>
                        <a:rPr lang="en-US" sz="1200" dirty="0" err="1"/>
                        <a:t>mtk_bessound</a:t>
                      </a:r>
                      <a:endParaRPr lang="en-US" sz="1200" dirty="0"/>
                    </a:p>
                  </a:txBody>
                  <a:tcPr marL="68562" marR="68562"/>
                </a:tc>
                <a:extLst>
                  <a:ext uri="{0D108BD9-81ED-4DB2-BD59-A6C34878D82A}">
                    <a16:rowId xmlns:a16="http://schemas.microsoft.com/office/drawing/2014/main" val="10001"/>
                  </a:ext>
                </a:extLst>
              </a:tr>
              <a:tr h="370840">
                <a:tc>
                  <a:txBody>
                    <a:bodyPr/>
                    <a:lstStyle/>
                    <a:p>
                      <a:r>
                        <a:rPr lang="en-US" sz="1200" dirty="0" err="1"/>
                        <a:t>aurisys_scenario</a:t>
                      </a:r>
                      <a:endParaRPr lang="en-US" sz="1200" b="1" dirty="0"/>
                    </a:p>
                  </a:txBody>
                  <a:tcPr marL="68562" marR="68562"/>
                </a:tc>
                <a:tc>
                  <a:txBody>
                    <a:bodyPr/>
                    <a:lstStyle/>
                    <a:p>
                      <a:pPr algn="ctr"/>
                      <a:r>
                        <a:rPr lang="en-US" sz="1200" dirty="0"/>
                        <a:t>RECORD_WITHOUT_AEC</a:t>
                      </a:r>
                    </a:p>
                  </a:txBody>
                  <a:tcPr marL="68562" marR="68562"/>
                </a:tc>
                <a:tc>
                  <a:txBody>
                    <a:bodyPr/>
                    <a:lstStyle/>
                    <a:p>
                      <a:pPr algn="ctr"/>
                      <a:r>
                        <a:rPr lang="en-US" sz="1200" dirty="0"/>
                        <a:t>VOIP</a:t>
                      </a:r>
                    </a:p>
                  </a:txBody>
                  <a:tcPr marL="68562" marR="68562"/>
                </a:tc>
                <a:tc>
                  <a:txBody>
                    <a:bodyPr/>
                    <a:lstStyle/>
                    <a:p>
                      <a:pPr algn="ctr"/>
                      <a:r>
                        <a:rPr lang="en-US" sz="1200" dirty="0"/>
                        <a:t>VOIP_WITHOUT_AEC</a:t>
                      </a:r>
                    </a:p>
                  </a:txBody>
                  <a:tcPr marL="68562" marR="68562"/>
                </a:tc>
                <a:tc>
                  <a:txBody>
                    <a:bodyPr/>
                    <a:lstStyle/>
                    <a:p>
                      <a:pPr algn="ctr"/>
                      <a:r>
                        <a:rPr lang="en-US" sz="1200" dirty="0"/>
                        <a:t>PLAYBACK_NORMAL</a:t>
                      </a:r>
                    </a:p>
                  </a:txBody>
                  <a:tcPr marL="68562" marR="68562"/>
                </a:tc>
                <a:extLst>
                  <a:ext uri="{0D108BD9-81ED-4DB2-BD59-A6C34878D82A}">
                    <a16:rowId xmlns:a16="http://schemas.microsoft.com/office/drawing/2014/main" val="10002"/>
                  </a:ext>
                </a:extLst>
              </a:tr>
              <a:tr h="370840">
                <a:tc>
                  <a:txBody>
                    <a:bodyPr/>
                    <a:lstStyle/>
                    <a:p>
                      <a:r>
                        <a:rPr lang="en-US" sz="1200" dirty="0" err="1"/>
                        <a:t>sample_rate</a:t>
                      </a:r>
                      <a:endParaRPr lang="en-US" sz="1200" b="1" dirty="0"/>
                    </a:p>
                  </a:txBody>
                  <a:tcPr marL="68562" marR="68562"/>
                </a:tc>
                <a:tc>
                  <a:txBody>
                    <a:bodyPr/>
                    <a:lstStyle/>
                    <a:p>
                      <a:pPr algn="ctr"/>
                      <a:r>
                        <a:rPr lang="en-US" sz="1200" dirty="0"/>
                        <a:t>48000/16000</a:t>
                      </a:r>
                    </a:p>
                  </a:txBody>
                  <a:tcPr marL="68562" marR="68562"/>
                </a:tc>
                <a:tc>
                  <a:txBody>
                    <a:bodyPr/>
                    <a:lstStyle/>
                    <a:p>
                      <a:pPr algn="ctr"/>
                      <a:r>
                        <a:rPr lang="en-US" sz="1200" dirty="0"/>
                        <a:t>16000</a:t>
                      </a:r>
                    </a:p>
                  </a:txBody>
                  <a:tcPr marL="68562" marR="68562"/>
                </a:tc>
                <a:tc>
                  <a:txBody>
                    <a:bodyPr/>
                    <a:lstStyle/>
                    <a:p>
                      <a:pPr algn="ctr"/>
                      <a:r>
                        <a:rPr lang="en-US" sz="1200" dirty="0"/>
                        <a:t>16000</a:t>
                      </a:r>
                    </a:p>
                  </a:txBody>
                  <a:tcPr marL="68562" marR="68562"/>
                </a:tc>
                <a:tc>
                  <a:txBody>
                    <a:bodyPr/>
                    <a:lstStyle/>
                    <a:p>
                      <a:pPr algn="ctr"/>
                      <a:r>
                        <a:rPr lang="en-US" sz="1200" dirty="0"/>
                        <a:t>8000/11025/12000/16000/22050/24000/32000/44100/48000/64000/88200/96000/128000/176400/192000</a:t>
                      </a:r>
                    </a:p>
                  </a:txBody>
                  <a:tcPr marL="68562" marR="68562"/>
                </a:tc>
                <a:extLst>
                  <a:ext uri="{0D108BD9-81ED-4DB2-BD59-A6C34878D82A}">
                    <a16:rowId xmlns:a16="http://schemas.microsoft.com/office/drawing/2014/main" val="10003"/>
                  </a:ext>
                </a:extLst>
              </a:tr>
              <a:tr h="370840">
                <a:tc>
                  <a:txBody>
                    <a:bodyPr/>
                    <a:lstStyle/>
                    <a:p>
                      <a:r>
                        <a:rPr lang="en-US" sz="1200" dirty="0" err="1"/>
                        <a:t>audio_format</a:t>
                      </a:r>
                      <a:endParaRPr lang="en-US" sz="1200" b="1" dirty="0"/>
                    </a:p>
                  </a:txBody>
                  <a:tcPr marL="68562" marR="68562"/>
                </a:tc>
                <a:tc>
                  <a:txBody>
                    <a:bodyPr/>
                    <a:lstStyle/>
                    <a:p>
                      <a:pPr algn="ctr"/>
                      <a:r>
                        <a:rPr lang="en-US" sz="1200" dirty="0"/>
                        <a:t>16bit</a:t>
                      </a:r>
                    </a:p>
                  </a:txBody>
                  <a:tcPr marL="68562" marR="6856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a:t>16bit</a:t>
                      </a:r>
                    </a:p>
                  </a:txBody>
                  <a:tcPr marL="68562" marR="6856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a:t>16bit</a:t>
                      </a:r>
                    </a:p>
                  </a:txBody>
                  <a:tcPr marL="68562" marR="6856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a:t>32bit</a:t>
                      </a:r>
                    </a:p>
                  </a:txBody>
                  <a:tcPr marL="68562" marR="68562"/>
                </a:tc>
                <a:extLst>
                  <a:ext uri="{0D108BD9-81ED-4DB2-BD59-A6C34878D82A}">
                    <a16:rowId xmlns:a16="http://schemas.microsoft.com/office/drawing/2014/main" val="10004"/>
                  </a:ext>
                </a:extLst>
              </a:tr>
              <a:tr h="370840">
                <a:tc>
                  <a:txBody>
                    <a:bodyPr/>
                    <a:lstStyle/>
                    <a:p>
                      <a:r>
                        <a:rPr lang="en-US" sz="1200" dirty="0" err="1"/>
                        <a:t>frame_size_ms</a:t>
                      </a:r>
                      <a:endParaRPr lang="en-US" sz="1200" b="1" dirty="0"/>
                    </a:p>
                  </a:txBody>
                  <a:tcPr marL="68562" marR="68562"/>
                </a:tc>
                <a:tc>
                  <a:txBody>
                    <a:bodyPr/>
                    <a:lstStyle/>
                    <a:p>
                      <a:pPr algn="ctr"/>
                      <a:r>
                        <a:rPr lang="en-US" sz="1200" dirty="0"/>
                        <a:t>20</a:t>
                      </a:r>
                    </a:p>
                  </a:txBody>
                  <a:tcPr marL="68562" marR="68562"/>
                </a:tc>
                <a:tc>
                  <a:txBody>
                    <a:bodyPr/>
                    <a:lstStyle/>
                    <a:p>
                      <a:pPr algn="ctr"/>
                      <a:r>
                        <a:rPr lang="en-US" sz="1200" dirty="0"/>
                        <a:t>20</a:t>
                      </a:r>
                    </a:p>
                  </a:txBody>
                  <a:tcPr marL="68562" marR="68562"/>
                </a:tc>
                <a:tc>
                  <a:txBody>
                    <a:bodyPr/>
                    <a:lstStyle/>
                    <a:p>
                      <a:pPr algn="ctr"/>
                      <a:r>
                        <a:rPr lang="en-US" sz="1200" dirty="0"/>
                        <a:t>20</a:t>
                      </a:r>
                    </a:p>
                  </a:txBody>
                  <a:tcPr marL="68562" marR="68562"/>
                </a:tc>
                <a:tc>
                  <a:txBody>
                    <a:bodyPr/>
                    <a:lstStyle/>
                    <a:p>
                      <a:pPr algn="ctr"/>
                      <a:r>
                        <a:rPr lang="en-US" sz="1200" dirty="0"/>
                        <a:t>0 (not specified)</a:t>
                      </a:r>
                    </a:p>
                  </a:txBody>
                  <a:tcPr marL="68562" marR="68562"/>
                </a:tc>
                <a:extLst>
                  <a:ext uri="{0D108BD9-81ED-4DB2-BD59-A6C34878D82A}">
                    <a16:rowId xmlns:a16="http://schemas.microsoft.com/office/drawing/2014/main" val="10005"/>
                  </a:ext>
                </a:extLst>
              </a:tr>
              <a:tr h="370840">
                <a:tc>
                  <a:txBody>
                    <a:bodyPr/>
                    <a:lstStyle/>
                    <a:p>
                      <a:r>
                        <a:rPr lang="en-US" sz="1200" dirty="0"/>
                        <a:t>UL </a:t>
                      </a:r>
                      <a:r>
                        <a:rPr lang="en-US" sz="1200" dirty="0" err="1"/>
                        <a:t>buf</a:t>
                      </a:r>
                      <a:r>
                        <a:rPr lang="en-US" sz="1200" baseline="0" dirty="0"/>
                        <a:t> channels</a:t>
                      </a:r>
                      <a:endParaRPr lang="en-US" sz="1200" b="1" dirty="0"/>
                    </a:p>
                  </a:txBody>
                  <a:tcPr marL="68562" marR="68562"/>
                </a:tc>
                <a:tc>
                  <a:txBody>
                    <a:bodyPr/>
                    <a:lstStyle/>
                    <a:p>
                      <a:pPr algn="ctr"/>
                      <a:r>
                        <a:rPr lang="en-US" sz="1200" dirty="0"/>
                        <a:t>In:1/2/3 Out:1/2</a:t>
                      </a:r>
                    </a:p>
                  </a:txBody>
                  <a:tcPr marL="68562" marR="6856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a:t>In:1/2/3 Out:1/2 Ref: 1</a:t>
                      </a:r>
                      <a:endParaRPr lang="en-US" sz="1200" dirty="0">
                        <a:solidFill>
                          <a:srgbClr val="FF0000"/>
                        </a:solidFill>
                      </a:endParaRPr>
                    </a:p>
                  </a:txBody>
                  <a:tcPr marL="68562" marR="68562"/>
                </a:tc>
                <a:tc>
                  <a:txBody>
                    <a:bodyPr/>
                    <a:lstStyle/>
                    <a:p>
                      <a:pPr algn="ctr"/>
                      <a:r>
                        <a:rPr lang="en-US" sz="1200" dirty="0"/>
                        <a:t>In:1/2/3 Out:1/2 </a:t>
                      </a:r>
                    </a:p>
                  </a:txBody>
                  <a:tcPr marL="68562" marR="68562"/>
                </a:tc>
                <a:tc>
                  <a:txBody>
                    <a:bodyPr/>
                    <a:lstStyle/>
                    <a:p>
                      <a:pPr algn="ctr"/>
                      <a:r>
                        <a:rPr lang="en-US" sz="1200" dirty="0"/>
                        <a:t>X</a:t>
                      </a:r>
                    </a:p>
                  </a:txBody>
                  <a:tcPr marL="68562" marR="68562"/>
                </a:tc>
                <a:extLst>
                  <a:ext uri="{0D108BD9-81ED-4DB2-BD59-A6C34878D82A}">
                    <a16:rowId xmlns:a16="http://schemas.microsoft.com/office/drawing/2014/main" val="10006"/>
                  </a:ext>
                </a:extLst>
              </a:tr>
              <a:tr h="370840">
                <a:tc>
                  <a:txBody>
                    <a:bodyPr/>
                    <a:lstStyle/>
                    <a:p>
                      <a:r>
                        <a:rPr lang="en-US" sz="1200" dirty="0"/>
                        <a:t>DL</a:t>
                      </a:r>
                      <a:r>
                        <a:rPr lang="en-US" sz="1200" baseline="0" dirty="0"/>
                        <a:t> </a:t>
                      </a:r>
                      <a:r>
                        <a:rPr lang="en-US" sz="1200" baseline="0" dirty="0" err="1"/>
                        <a:t>buf</a:t>
                      </a:r>
                      <a:r>
                        <a:rPr lang="en-US" sz="1200" baseline="0" dirty="0"/>
                        <a:t> channels</a:t>
                      </a:r>
                      <a:endParaRPr lang="en-US" sz="1200" b="1" dirty="0"/>
                    </a:p>
                  </a:txBody>
                  <a:tcPr marL="68562" marR="68562"/>
                </a:tc>
                <a:tc>
                  <a:txBody>
                    <a:bodyPr/>
                    <a:lstStyle/>
                    <a:p>
                      <a:pPr algn="ctr"/>
                      <a:r>
                        <a:rPr lang="en-US" sz="1200" dirty="0"/>
                        <a:t>X</a:t>
                      </a:r>
                    </a:p>
                  </a:txBody>
                  <a:tcPr marL="68562" marR="68562"/>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US" sz="1200" dirty="0"/>
                        <a:t>In:1 Out:1</a:t>
                      </a:r>
                      <a:endParaRPr lang="en-US" sz="1200" dirty="0">
                        <a:solidFill>
                          <a:schemeClr val="tx2"/>
                        </a:solidFill>
                      </a:endParaRPr>
                    </a:p>
                  </a:txBody>
                  <a:tcPr marL="68562" marR="68562"/>
                </a:tc>
                <a:tc>
                  <a:txBody>
                    <a:bodyPr/>
                    <a:lstStyle/>
                    <a:p>
                      <a:pPr algn="ctr"/>
                      <a:r>
                        <a:rPr lang="en-US" sz="1200" dirty="0"/>
                        <a:t>In:1 Out:1</a:t>
                      </a:r>
                    </a:p>
                  </a:txBody>
                  <a:tcPr marL="68562" marR="68562"/>
                </a:tc>
                <a:tc>
                  <a:txBody>
                    <a:bodyPr/>
                    <a:lstStyle/>
                    <a:p>
                      <a:pPr algn="ctr"/>
                      <a:r>
                        <a:rPr lang="en-US" sz="1200" dirty="0"/>
                        <a:t>In:2</a:t>
                      </a:r>
                      <a:r>
                        <a:rPr lang="en-US" sz="1200" baseline="0" dirty="0"/>
                        <a:t> Out:2</a:t>
                      </a:r>
                      <a:endParaRPr lang="en-US" sz="1200" dirty="0"/>
                    </a:p>
                  </a:txBody>
                  <a:tcPr marL="68562" marR="68562"/>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0AEF9A4B-07C9-404C-9053-A3A2AC3AD5D6}" type="slidenum">
              <a:rPr lang="en-GB" smtClean="0"/>
              <a:pPr/>
              <a:t>11</a:t>
            </a:fld>
            <a:endParaRPr lang="en-GB"/>
          </a:p>
        </p:txBody>
      </p:sp>
    </p:spTree>
    <p:extLst>
      <p:ext uri="{BB962C8B-B14F-4D97-AF65-F5344CB8AC3E}">
        <p14:creationId xmlns:p14="http://schemas.microsoft.com/office/powerpoint/2010/main" val="865351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aurisys_config.xml</a:t>
            </a:r>
          </a:p>
        </p:txBody>
      </p:sp>
      <p:sp>
        <p:nvSpPr>
          <p:cNvPr id="6" name="內容版面配置區 3"/>
          <p:cNvSpPr>
            <a:spLocks noGrp="1"/>
          </p:cNvSpPr>
          <p:nvPr>
            <p:ph sz="quarter" idx="4294967295"/>
          </p:nvPr>
        </p:nvSpPr>
        <p:spPr>
          <a:xfrm>
            <a:off x="509819" y="1180798"/>
            <a:ext cx="8227457" cy="4966820"/>
          </a:xfrm>
          <a:prstGeom prst="rect">
            <a:avLst/>
          </a:prstGeom>
        </p:spPr>
        <p:txBody>
          <a:bodyPr>
            <a:normAutofit/>
          </a:bodyPr>
          <a:lstStyle/>
          <a:p>
            <a:r>
              <a:rPr lang="en-US" sz="2000" dirty="0"/>
              <a:t>Consist of </a:t>
            </a:r>
            <a:r>
              <a:rPr lang="en-US" sz="2000" b="1" dirty="0" err="1">
                <a:solidFill>
                  <a:srgbClr val="C00000"/>
                </a:solidFill>
              </a:rPr>
              <a:t>aurisys_scenarios</a:t>
            </a:r>
            <a:r>
              <a:rPr lang="en-US" sz="2000" dirty="0"/>
              <a:t> and </a:t>
            </a:r>
            <a:r>
              <a:rPr lang="en-US" sz="2000" b="1" dirty="0" err="1">
                <a:solidFill>
                  <a:srgbClr val="C00000"/>
                </a:solidFill>
              </a:rPr>
              <a:t>hal_librarys</a:t>
            </a:r>
            <a:endParaRPr lang="en-US" sz="2000" b="1" dirty="0">
              <a:solidFill>
                <a:srgbClr val="C00000"/>
              </a:solidFill>
            </a:endParaRPr>
          </a:p>
          <a:p>
            <a:pPr lvl="1"/>
            <a:r>
              <a:rPr lang="en-US" sz="1600" dirty="0" err="1"/>
              <a:t>aurisys_scenarios</a:t>
            </a:r>
            <a:r>
              <a:rPr lang="en-US" sz="1600" dirty="0"/>
              <a:t> describe what 3</a:t>
            </a:r>
            <a:r>
              <a:rPr lang="en-US" sz="1600" baseline="30000" dirty="0"/>
              <a:t>rd</a:t>
            </a:r>
            <a:r>
              <a:rPr lang="en-US" sz="1600" dirty="0"/>
              <a:t> party library would be used for certain scenario (e.g., VoIP, Record, Playback …)</a:t>
            </a:r>
          </a:p>
          <a:p>
            <a:pPr lvl="1"/>
            <a:r>
              <a:rPr lang="en-US" sz="1600" dirty="0" err="1"/>
              <a:t>hal_librarys</a:t>
            </a:r>
            <a:r>
              <a:rPr lang="en-US" sz="1600" dirty="0"/>
              <a:t> describe the SWIP capability (e.g., sample rate, format, channel number, frame size …) for certain scenario</a:t>
            </a:r>
          </a:p>
        </p:txBody>
      </p:sp>
      <p:pic>
        <p:nvPicPr>
          <p:cNvPr id="7" name="圖片 4"/>
          <p:cNvPicPr>
            <a:picLocks noChangeAspect="1"/>
          </p:cNvPicPr>
          <p:nvPr/>
        </p:nvPicPr>
        <p:blipFill rotWithShape="1">
          <a:blip r:embed="rId2" cstate="print"/>
          <a:srcRect b="53628"/>
          <a:stretch/>
        </p:blipFill>
        <p:spPr>
          <a:xfrm>
            <a:off x="363702" y="3115357"/>
            <a:ext cx="4199431" cy="1091859"/>
          </a:xfrm>
          <a:prstGeom prst="rect">
            <a:avLst/>
          </a:prstGeom>
        </p:spPr>
      </p:pic>
      <p:pic>
        <p:nvPicPr>
          <p:cNvPr id="8" name="圖片 5"/>
          <p:cNvPicPr>
            <a:picLocks noChangeAspect="1"/>
          </p:cNvPicPr>
          <p:nvPr/>
        </p:nvPicPr>
        <p:blipFill>
          <a:blip r:embed="rId3" cstate="print"/>
          <a:stretch>
            <a:fillRect/>
          </a:stretch>
        </p:blipFill>
        <p:spPr>
          <a:xfrm>
            <a:off x="4749078" y="3111038"/>
            <a:ext cx="4050880" cy="853440"/>
          </a:xfrm>
          <a:prstGeom prst="rect">
            <a:avLst/>
          </a:prstGeom>
        </p:spPr>
      </p:pic>
      <p:pic>
        <p:nvPicPr>
          <p:cNvPr id="9" name="圖片 6"/>
          <p:cNvPicPr>
            <a:picLocks noChangeAspect="1"/>
          </p:cNvPicPr>
          <p:nvPr/>
        </p:nvPicPr>
        <p:blipFill>
          <a:blip r:embed="rId4" cstate="print"/>
          <a:stretch>
            <a:fillRect/>
          </a:stretch>
        </p:blipFill>
        <p:spPr>
          <a:xfrm>
            <a:off x="4749078" y="3991179"/>
            <a:ext cx="2646244" cy="2822197"/>
          </a:xfrm>
          <a:prstGeom prst="rect">
            <a:avLst/>
          </a:prstGeom>
        </p:spPr>
      </p:pic>
      <p:sp>
        <p:nvSpPr>
          <p:cNvPr id="10" name="矩形 7"/>
          <p:cNvSpPr/>
          <p:nvPr/>
        </p:nvSpPr>
        <p:spPr>
          <a:xfrm>
            <a:off x="1630021" y="2669572"/>
            <a:ext cx="1763496" cy="369332"/>
          </a:xfrm>
          <a:prstGeom prst="rect">
            <a:avLst/>
          </a:prstGeom>
        </p:spPr>
        <p:txBody>
          <a:bodyPr wrap="none">
            <a:spAutoFit/>
          </a:bodyPr>
          <a:lstStyle/>
          <a:p>
            <a:r>
              <a:rPr lang="en-US" b="1" dirty="0" err="1">
                <a:solidFill>
                  <a:schemeClr val="accent2"/>
                </a:solidFill>
              </a:rPr>
              <a:t>aurisys_scenario</a:t>
            </a:r>
            <a:endParaRPr lang="en-US" b="1" dirty="0">
              <a:solidFill>
                <a:schemeClr val="accent2"/>
              </a:solidFill>
            </a:endParaRPr>
          </a:p>
        </p:txBody>
      </p:sp>
      <p:sp>
        <p:nvSpPr>
          <p:cNvPr id="11" name="矩形 8"/>
          <p:cNvSpPr/>
          <p:nvPr/>
        </p:nvSpPr>
        <p:spPr>
          <a:xfrm>
            <a:off x="5554855" y="2665254"/>
            <a:ext cx="1211357" cy="369332"/>
          </a:xfrm>
          <a:prstGeom prst="rect">
            <a:avLst/>
          </a:prstGeom>
        </p:spPr>
        <p:txBody>
          <a:bodyPr wrap="none">
            <a:spAutoFit/>
          </a:bodyPr>
          <a:lstStyle/>
          <a:p>
            <a:r>
              <a:rPr lang="en-US" b="1" dirty="0" err="1">
                <a:solidFill>
                  <a:schemeClr val="accent2"/>
                </a:solidFill>
              </a:rPr>
              <a:t>hal_library</a:t>
            </a:r>
            <a:endParaRPr lang="en-US" b="1" dirty="0">
              <a:solidFill>
                <a:schemeClr val="accent2"/>
              </a:solidFill>
            </a:endParaRPr>
          </a:p>
        </p:txBody>
      </p:sp>
      <p:cxnSp>
        <p:nvCxnSpPr>
          <p:cNvPr id="12" name="直線單箭頭接點 10"/>
          <p:cNvCxnSpPr/>
          <p:nvPr/>
        </p:nvCxnSpPr>
        <p:spPr>
          <a:xfrm flipV="1">
            <a:off x="2771001" y="3158888"/>
            <a:ext cx="1978077" cy="32125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線單箭頭接點 13"/>
          <p:cNvCxnSpPr/>
          <p:nvPr/>
        </p:nvCxnSpPr>
        <p:spPr>
          <a:xfrm>
            <a:off x="3848406" y="3158887"/>
            <a:ext cx="900672" cy="88852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5" name="直線圖說文字 1 (加上框線和強調線) 11"/>
          <p:cNvSpPr/>
          <p:nvPr/>
        </p:nvSpPr>
        <p:spPr>
          <a:xfrm>
            <a:off x="2771001" y="4465694"/>
            <a:ext cx="1544838" cy="646331"/>
          </a:xfrm>
          <a:prstGeom prst="accentBorderCallout1">
            <a:avLst>
              <a:gd name="adj1" fmla="val 28855"/>
              <a:gd name="adj2" fmla="val -2898"/>
              <a:gd name="adj3" fmla="val -220806"/>
              <a:gd name="adj4" fmla="val -29844"/>
            </a:avLst>
          </a:prstGeom>
        </p:spPr>
        <p:style>
          <a:lnRef idx="2">
            <a:schemeClr val="accent5"/>
          </a:lnRef>
          <a:fillRef idx="1">
            <a:schemeClr val="lt1"/>
          </a:fillRef>
          <a:effectRef idx="0">
            <a:schemeClr val="accent5"/>
          </a:effectRef>
          <a:fontRef idx="minor">
            <a:schemeClr val="dk1"/>
          </a:fontRef>
        </p:style>
        <p:txBody>
          <a:bodyPr wrap="square" rtlCol="0" anchor="ctr">
            <a:spAutoFit/>
          </a:bodyPr>
          <a:lstStyle/>
          <a:p>
            <a:pPr algn="ctr"/>
            <a:r>
              <a:rPr lang="en-US" sz="1200" b="1" dirty="0"/>
              <a:t>Can add more than 1 lib to the </a:t>
            </a:r>
            <a:r>
              <a:rPr lang="en-US" sz="1200" b="1" dirty="0" err="1"/>
              <a:t>Aurisys</a:t>
            </a:r>
            <a:r>
              <a:rPr lang="en-US" sz="1200" b="1" dirty="0"/>
              <a:t> structure </a:t>
            </a:r>
          </a:p>
        </p:txBody>
      </p:sp>
      <p:sp>
        <p:nvSpPr>
          <p:cNvPr id="3" name="Slide Number Placeholder 2"/>
          <p:cNvSpPr>
            <a:spLocks noGrp="1"/>
          </p:cNvSpPr>
          <p:nvPr>
            <p:ph type="sldNum" sz="quarter" idx="12"/>
          </p:nvPr>
        </p:nvSpPr>
        <p:spPr/>
        <p:txBody>
          <a:bodyPr/>
          <a:lstStyle/>
          <a:p>
            <a:fld id="{0AEF9A4B-07C9-404C-9053-A3A2AC3AD5D6}" type="slidenum">
              <a:rPr lang="en-GB" smtClean="0"/>
              <a:pPr/>
              <a:t>12</a:t>
            </a:fld>
            <a:endParaRPr lang="en-GB"/>
          </a:p>
        </p:txBody>
      </p:sp>
    </p:spTree>
    <p:extLst>
      <p:ext uri="{BB962C8B-B14F-4D97-AF65-F5344CB8AC3E}">
        <p14:creationId xmlns:p14="http://schemas.microsoft.com/office/powerpoint/2010/main" val="21456899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Debug ADB CMDs</a:t>
            </a:r>
          </a:p>
        </p:txBody>
      </p:sp>
      <p:sp>
        <p:nvSpPr>
          <p:cNvPr id="3" name="Content Placeholder 2"/>
          <p:cNvSpPr>
            <a:spLocks noGrp="1"/>
          </p:cNvSpPr>
          <p:nvPr>
            <p:ph idx="1"/>
          </p:nvPr>
        </p:nvSpPr>
        <p:spPr>
          <a:xfrm>
            <a:off x="228600" y="1666532"/>
            <a:ext cx="8686800" cy="4289481"/>
          </a:xfrm>
        </p:spPr>
        <p:txBody>
          <a:bodyPr>
            <a:normAutofit fontScale="77500" lnSpcReduction="20000"/>
          </a:bodyPr>
          <a:lstStyle/>
          <a:p>
            <a:r>
              <a:rPr lang="en-US" sz="2400" dirty="0"/>
              <a:t>Enable </a:t>
            </a:r>
            <a:r>
              <a:rPr lang="en-US" sz="2400" dirty="0" err="1"/>
              <a:t>Aurisys</a:t>
            </a:r>
            <a:r>
              <a:rPr lang="en-US" sz="2400" dirty="0"/>
              <a:t> log:</a:t>
            </a:r>
          </a:p>
          <a:p>
            <a:pPr lvl="1"/>
            <a:r>
              <a:rPr lang="en-US" dirty="0" err="1"/>
              <a:t>adb</a:t>
            </a:r>
            <a:r>
              <a:rPr lang="en-US" dirty="0"/>
              <a:t> shell "</a:t>
            </a:r>
            <a:r>
              <a:rPr lang="en-US" dirty="0" err="1"/>
              <a:t>AudioSetParam</a:t>
            </a:r>
            <a:r>
              <a:rPr lang="en-US" dirty="0"/>
              <a:t> AURISYS_SET_PARAM,HAL,ALL,MTKSE,ENABLE_LOG,1=SET“</a:t>
            </a:r>
          </a:p>
          <a:p>
            <a:endParaRPr lang="en-US" dirty="0"/>
          </a:p>
          <a:p>
            <a:r>
              <a:rPr lang="en-US" sz="2400" dirty="0"/>
              <a:t>Enable </a:t>
            </a:r>
            <a:r>
              <a:rPr lang="en-US" sz="2400" dirty="0" err="1"/>
              <a:t>Aurisys</a:t>
            </a:r>
            <a:r>
              <a:rPr lang="en-US" sz="2400" dirty="0"/>
              <a:t> Raw and EPL dump:</a:t>
            </a:r>
          </a:p>
          <a:p>
            <a:pPr lvl="1"/>
            <a:r>
              <a:rPr lang="en-US" dirty="0" err="1"/>
              <a:t>adb</a:t>
            </a:r>
            <a:r>
              <a:rPr lang="en-US" dirty="0"/>
              <a:t> shell "</a:t>
            </a:r>
            <a:r>
              <a:rPr lang="en-US" dirty="0" err="1"/>
              <a:t>AudioSetParam</a:t>
            </a:r>
            <a:r>
              <a:rPr lang="en-US" dirty="0"/>
              <a:t> AURISYS_SET_PARAM,HAL,ALL,MTKSE,ENABLE_RAW_DUMP,1=SET“</a:t>
            </a:r>
          </a:p>
          <a:p>
            <a:pPr lvl="2"/>
            <a:r>
              <a:rPr lang="en-US" sz="1600" dirty="0"/>
              <a:t>/</a:t>
            </a:r>
            <a:r>
              <a:rPr lang="en-US" sz="1600" dirty="0" err="1"/>
              <a:t>sdcard</a:t>
            </a:r>
            <a:r>
              <a:rPr lang="en-US" sz="1600" dirty="0"/>
              <a:t>/</a:t>
            </a:r>
            <a:r>
              <a:rPr lang="en-US" sz="1600" dirty="0" err="1"/>
              <a:t>mtklog</a:t>
            </a:r>
            <a:r>
              <a:rPr lang="en-US" sz="1600" dirty="0"/>
              <a:t>/</a:t>
            </a:r>
            <a:r>
              <a:rPr lang="en-US" sz="1600" dirty="0" err="1"/>
              <a:t>audio_dump</a:t>
            </a:r>
            <a:r>
              <a:rPr lang="en-US" sz="1600" dirty="0"/>
              <a:t>/</a:t>
            </a:r>
            <a:r>
              <a:rPr lang="en-US" sz="1600" dirty="0" err="1"/>
              <a:t>mtk_speech_enh.X.XXX.XXXX.ul_in.pcm</a:t>
            </a:r>
            <a:endParaRPr lang="en-US" sz="1600" dirty="0"/>
          </a:p>
          <a:p>
            <a:pPr lvl="2"/>
            <a:r>
              <a:rPr lang="en-US" sz="1600" dirty="0"/>
              <a:t>/</a:t>
            </a:r>
            <a:r>
              <a:rPr lang="en-US" sz="1600" dirty="0" err="1"/>
              <a:t>sdcard</a:t>
            </a:r>
            <a:r>
              <a:rPr lang="en-US" sz="1600" dirty="0"/>
              <a:t>/</a:t>
            </a:r>
            <a:r>
              <a:rPr lang="en-US" sz="1600" dirty="0" err="1"/>
              <a:t>mtklog</a:t>
            </a:r>
            <a:r>
              <a:rPr lang="en-US" sz="1600" dirty="0"/>
              <a:t>/</a:t>
            </a:r>
            <a:r>
              <a:rPr lang="en-US" sz="1600" dirty="0" err="1"/>
              <a:t>audio_dump</a:t>
            </a:r>
            <a:r>
              <a:rPr lang="en-US" sz="1600" dirty="0"/>
              <a:t>/</a:t>
            </a:r>
            <a:r>
              <a:rPr lang="en-US" sz="1600" dirty="0" err="1"/>
              <a:t>mtk_speech_enh.X.XXX.XXXX.ul_out.pcm</a:t>
            </a:r>
            <a:endParaRPr lang="en-US" sz="1600" dirty="0"/>
          </a:p>
          <a:p>
            <a:pPr lvl="2"/>
            <a:r>
              <a:rPr lang="en-US" sz="1600" dirty="0"/>
              <a:t>/</a:t>
            </a:r>
            <a:r>
              <a:rPr lang="en-US" sz="1600" dirty="0" err="1"/>
              <a:t>sdcard</a:t>
            </a:r>
            <a:r>
              <a:rPr lang="en-US" sz="1600" dirty="0"/>
              <a:t>/</a:t>
            </a:r>
            <a:r>
              <a:rPr lang="en-US" sz="1600" dirty="0" err="1"/>
              <a:t>mtklog</a:t>
            </a:r>
            <a:r>
              <a:rPr lang="en-US" sz="1600" dirty="0"/>
              <a:t>/</a:t>
            </a:r>
            <a:r>
              <a:rPr lang="en-US" sz="1600" dirty="0" err="1"/>
              <a:t>audio_dump</a:t>
            </a:r>
            <a:r>
              <a:rPr lang="en-US" sz="1600" dirty="0"/>
              <a:t>/</a:t>
            </a:r>
            <a:r>
              <a:rPr lang="en-US" sz="1600" dirty="0" err="1"/>
              <a:t>mtk_speech_enh.X.XXX.XXXX.aec.pcm</a:t>
            </a:r>
            <a:endParaRPr lang="en-US" sz="1600" dirty="0"/>
          </a:p>
          <a:p>
            <a:pPr lvl="1"/>
            <a:r>
              <a:rPr lang="en-US" dirty="0" err="1"/>
              <a:t>adb</a:t>
            </a:r>
            <a:r>
              <a:rPr lang="en-US" dirty="0"/>
              <a:t> shell “</a:t>
            </a:r>
            <a:r>
              <a:rPr lang="en-US" dirty="0" err="1"/>
              <a:t>AudioSetParam</a:t>
            </a:r>
            <a:r>
              <a:rPr lang="en-US" dirty="0"/>
              <a:t> AURISYS_SET_PARAM,HAL,ALL,MTKSE,ENABLE_LIB_DUMP,1=SET“</a:t>
            </a:r>
          </a:p>
          <a:p>
            <a:pPr lvl="2"/>
            <a:r>
              <a:rPr lang="en-US" sz="1600" dirty="0"/>
              <a:t>/</a:t>
            </a:r>
            <a:r>
              <a:rPr lang="en-US" sz="1600" dirty="0" err="1"/>
              <a:t>sdcard</a:t>
            </a:r>
            <a:r>
              <a:rPr lang="en-US" sz="1600" dirty="0"/>
              <a:t>/</a:t>
            </a:r>
            <a:r>
              <a:rPr lang="en-US" sz="1600" dirty="0" err="1"/>
              <a:t>mtklog</a:t>
            </a:r>
            <a:r>
              <a:rPr lang="en-US" sz="1600" dirty="0"/>
              <a:t>/</a:t>
            </a:r>
            <a:r>
              <a:rPr lang="en-US" sz="1600" dirty="0" err="1"/>
              <a:t>audio_dump</a:t>
            </a:r>
            <a:r>
              <a:rPr lang="en-US" sz="1600" dirty="0"/>
              <a:t>/</a:t>
            </a:r>
            <a:r>
              <a:rPr lang="en-US" sz="1600" dirty="0" err="1"/>
              <a:t>mtk_speech_enh.X.XXXX.XXXX.lib_dump.bin</a:t>
            </a:r>
            <a:endParaRPr lang="en-US" sz="1600" dirty="0"/>
          </a:p>
          <a:p>
            <a:endParaRPr lang="en-US" dirty="0"/>
          </a:p>
        </p:txBody>
      </p:sp>
      <p:sp>
        <p:nvSpPr>
          <p:cNvPr id="6" name="Slide Number Placeholder 5"/>
          <p:cNvSpPr>
            <a:spLocks noGrp="1"/>
          </p:cNvSpPr>
          <p:nvPr>
            <p:ph type="sldNum" sz="quarter" idx="12"/>
          </p:nvPr>
        </p:nvSpPr>
        <p:spPr/>
        <p:txBody>
          <a:bodyPr/>
          <a:lstStyle/>
          <a:p>
            <a:fld id="{0AEF9A4B-07C9-404C-9053-A3A2AC3AD5D6}" type="slidenum">
              <a:rPr lang="en-GB" smtClean="0"/>
              <a:pPr/>
              <a:t>13</a:t>
            </a:fld>
            <a:endParaRPr lang="en-GB"/>
          </a:p>
        </p:txBody>
      </p:sp>
      <p:sp>
        <p:nvSpPr>
          <p:cNvPr id="5" name="文字方塊 4">
            <a:extLst>
              <a:ext uri="{FF2B5EF4-FFF2-40B4-BE49-F238E27FC236}">
                <a16:creationId xmlns:a16="http://schemas.microsoft.com/office/drawing/2014/main" id="{C97AC163-AAA5-4AFA-9C6D-AF41394FDB29}"/>
              </a:ext>
            </a:extLst>
          </p:cNvPr>
          <p:cNvSpPr txBox="1"/>
          <p:nvPr/>
        </p:nvSpPr>
        <p:spPr>
          <a:xfrm>
            <a:off x="2843808" y="5663626"/>
            <a:ext cx="5706306" cy="584775"/>
          </a:xfrm>
          <a:prstGeom prst="rect">
            <a:avLst/>
          </a:prstGeom>
          <a:noFill/>
          <a:ln w="28575">
            <a:solidFill>
              <a:srgbClr val="FF0000"/>
            </a:solidFill>
          </a:ln>
        </p:spPr>
        <p:txBody>
          <a:bodyPr wrap="none" rtlCol="0">
            <a:spAutoFit/>
          </a:bodyPr>
          <a:lstStyle/>
          <a:p>
            <a:r>
              <a:rPr lang="en-US" altLang="zh-TW" sz="1600" dirty="0"/>
              <a:t>For now, we don’t support DSP side raw dump.</a:t>
            </a:r>
          </a:p>
          <a:p>
            <a:r>
              <a:rPr lang="en-US" altLang="zh-TW" sz="1600" dirty="0"/>
              <a:t>Therefore, we strongly recommend implement lib dump for debug</a:t>
            </a:r>
            <a:endParaRPr lang="zh-TW" altLang="en-US" sz="1600" dirty="0"/>
          </a:p>
        </p:txBody>
      </p:sp>
    </p:spTree>
    <p:extLst>
      <p:ext uri="{BB962C8B-B14F-4D97-AF65-F5344CB8AC3E}">
        <p14:creationId xmlns:p14="http://schemas.microsoft.com/office/powerpoint/2010/main" val="2845654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Get</a:t>
            </a:r>
            <a:r>
              <a:rPr lang="zh-TW" altLang="en-US" dirty="0"/>
              <a:t> </a:t>
            </a:r>
            <a:r>
              <a:rPr lang="en-US" altLang="zh-TW" dirty="0"/>
              <a:t>ADB result from console</a:t>
            </a:r>
            <a:endParaRPr lang="en-US" dirty="0"/>
          </a:p>
        </p:txBody>
      </p:sp>
      <p:sp>
        <p:nvSpPr>
          <p:cNvPr id="3" name="內容版面配置區 2"/>
          <p:cNvSpPr>
            <a:spLocks noGrp="1"/>
          </p:cNvSpPr>
          <p:nvPr>
            <p:ph sz="quarter" idx="4294967295"/>
          </p:nvPr>
        </p:nvSpPr>
        <p:spPr>
          <a:xfrm>
            <a:off x="457200" y="1309817"/>
            <a:ext cx="8229600" cy="4858787"/>
          </a:xfrm>
          <a:prstGeom prst="rect">
            <a:avLst/>
          </a:prstGeom>
        </p:spPr>
        <p:txBody>
          <a:bodyPr>
            <a:normAutofit/>
          </a:bodyPr>
          <a:lstStyle/>
          <a:p>
            <a:r>
              <a:rPr lang="en-US" sz="2000" dirty="0"/>
              <a:t>Out put </a:t>
            </a:r>
            <a:r>
              <a:rPr lang="en-US" sz="2000" dirty="0" err="1"/>
              <a:t>adb</a:t>
            </a:r>
            <a:r>
              <a:rPr lang="en-US" sz="2000" dirty="0"/>
              <a:t> command result to a file:</a:t>
            </a:r>
          </a:p>
          <a:p>
            <a:pPr lvl="1"/>
            <a:r>
              <a:rPr lang="en-US" sz="1600" b="1" dirty="0" err="1"/>
              <a:t>adb</a:t>
            </a:r>
            <a:r>
              <a:rPr lang="en-US" sz="1600" b="1" dirty="0"/>
              <a:t> shell "</a:t>
            </a:r>
            <a:r>
              <a:rPr lang="en-US" sz="1600" b="1" dirty="0" err="1"/>
              <a:t>AudioSetParam</a:t>
            </a:r>
            <a:r>
              <a:rPr lang="en-US" sz="1600" b="1" dirty="0"/>
              <a:t> </a:t>
            </a:r>
            <a:r>
              <a:rPr lang="en-US" sz="1600" b="1" dirty="0" err="1"/>
              <a:t>AURISYS_SET_PARAM,DSP,ALL,AURISYS_DEMO,KEY_VALUE,HAHA,on</a:t>
            </a:r>
            <a:r>
              <a:rPr lang="en-US" sz="1600" b="1" dirty="0"/>
              <a:t>=SET "</a:t>
            </a:r>
            <a:r>
              <a:rPr lang="en-US" sz="1600" b="1" dirty="0">
                <a:solidFill>
                  <a:srgbClr val="FF0000"/>
                </a:solidFill>
              </a:rPr>
              <a:t>&gt;List.ini</a:t>
            </a:r>
            <a:endParaRPr lang="en-US" sz="1600" dirty="0">
              <a:solidFill>
                <a:srgbClr val="FF0000"/>
              </a:solidFill>
            </a:endParaRPr>
          </a:p>
          <a:p>
            <a:endParaRPr lang="en-US" sz="2000" dirty="0"/>
          </a:p>
          <a:p>
            <a:r>
              <a:rPr lang="en-US" sz="2000" dirty="0"/>
              <a:t>Some of the commands may output as </a:t>
            </a:r>
            <a:r>
              <a:rPr lang="en-US" sz="2000" dirty="0" err="1">
                <a:solidFill>
                  <a:srgbClr val="FF0000"/>
                </a:solidFill>
              </a:rPr>
              <a:t>stderr</a:t>
            </a:r>
            <a:r>
              <a:rPr lang="en-US" sz="2000" dirty="0"/>
              <a:t>, use below command instead:</a:t>
            </a:r>
          </a:p>
          <a:p>
            <a:pPr lvl="1"/>
            <a:r>
              <a:rPr lang="en-US" sz="1600" b="1" dirty="0" err="1"/>
              <a:t>adb</a:t>
            </a:r>
            <a:r>
              <a:rPr lang="en-US" sz="1600" b="1" dirty="0"/>
              <a:t> shell "</a:t>
            </a:r>
            <a:r>
              <a:rPr lang="en-US" sz="1600" b="1" dirty="0" err="1"/>
              <a:t>AudioSetParam</a:t>
            </a:r>
            <a:r>
              <a:rPr lang="en-US" sz="1600" b="1" dirty="0"/>
              <a:t> </a:t>
            </a:r>
            <a:r>
              <a:rPr lang="en-US" sz="1600" b="1" dirty="0" err="1"/>
              <a:t>AURISYS_SET_PARAM,DSP,ALL,AURISYS_DEMO,KEY_VALUE,HAHA,on</a:t>
            </a:r>
            <a:r>
              <a:rPr lang="en-US" sz="1600" b="1" dirty="0"/>
              <a:t>=SET </a:t>
            </a:r>
            <a:r>
              <a:rPr lang="en-US" sz="1600" b="1" dirty="0">
                <a:solidFill>
                  <a:srgbClr val="FF0000"/>
                </a:solidFill>
              </a:rPr>
              <a:t>2&gt;&amp;1</a:t>
            </a:r>
            <a:r>
              <a:rPr lang="en-US" sz="1600" b="1" dirty="0"/>
              <a:t>"</a:t>
            </a:r>
            <a:r>
              <a:rPr lang="en-US" sz="1600" b="1" dirty="0">
                <a:solidFill>
                  <a:srgbClr val="FF0000"/>
                </a:solidFill>
              </a:rPr>
              <a:t>&gt;List.ini</a:t>
            </a:r>
            <a:endParaRPr lang="en-US" sz="1600" dirty="0">
              <a:solidFill>
                <a:srgbClr val="FF0000"/>
              </a:solidFill>
            </a:endParaRPr>
          </a:p>
          <a:p>
            <a:pPr lvl="1"/>
            <a:endParaRPr lang="en-US" sz="1600" dirty="0"/>
          </a:p>
          <a:p>
            <a:pPr lvl="1"/>
            <a:endParaRPr lang="en-US" sz="1600" dirty="0"/>
          </a:p>
        </p:txBody>
      </p:sp>
      <p:sp>
        <p:nvSpPr>
          <p:cNvPr id="4" name="投影片編號版面配置區 3"/>
          <p:cNvSpPr>
            <a:spLocks noGrp="1"/>
          </p:cNvSpPr>
          <p:nvPr>
            <p:ph type="sldNum" sz="quarter" idx="12"/>
          </p:nvPr>
        </p:nvSpPr>
        <p:spPr/>
        <p:txBody>
          <a:bodyPr/>
          <a:lstStyle/>
          <a:p>
            <a:fld id="{5157DEA8-FBF5-4ADB-B880-CDCFE3CE5324}" type="slidenum">
              <a:rPr lang="en-US" smtClean="0"/>
              <a:pPr/>
              <a:t>14</a:t>
            </a:fld>
            <a:endParaRPr lang="en-US"/>
          </a:p>
        </p:txBody>
      </p:sp>
    </p:spTree>
    <p:extLst>
      <p:ext uri="{BB962C8B-B14F-4D97-AF65-F5344CB8AC3E}">
        <p14:creationId xmlns:p14="http://schemas.microsoft.com/office/powerpoint/2010/main" val="28524841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err="1"/>
              <a:t>Aurisys</a:t>
            </a:r>
            <a:r>
              <a:rPr lang="en-US" dirty="0"/>
              <a:t> Control Flow</a:t>
            </a:r>
          </a:p>
        </p:txBody>
      </p:sp>
      <p:sp>
        <p:nvSpPr>
          <p:cNvPr id="3" name="內容版面配置區 2"/>
          <p:cNvSpPr>
            <a:spLocks noGrp="1"/>
          </p:cNvSpPr>
          <p:nvPr>
            <p:ph idx="1"/>
          </p:nvPr>
        </p:nvSpPr>
        <p:spPr/>
        <p:txBody>
          <a:bodyPr/>
          <a:lstStyle/>
          <a:p>
            <a:r>
              <a:rPr lang="en-US" dirty="0" err="1"/>
              <a:t>Aurisys</a:t>
            </a:r>
            <a:r>
              <a:rPr lang="en-US" dirty="0"/>
              <a:t> Control Flow on AP</a:t>
            </a:r>
          </a:p>
          <a:p>
            <a:r>
              <a:rPr lang="en-US" dirty="0" err="1"/>
              <a:t>Aurisys</a:t>
            </a:r>
            <a:r>
              <a:rPr lang="en-US" dirty="0"/>
              <a:t> </a:t>
            </a:r>
            <a:r>
              <a:rPr lang="en-US" dirty="0" err="1"/>
              <a:t>Cotnrol</a:t>
            </a:r>
            <a:r>
              <a:rPr lang="en-US" dirty="0"/>
              <a:t> Flow on DSP</a:t>
            </a:r>
          </a:p>
          <a:p>
            <a:endParaRPr lang="en-US" dirty="0"/>
          </a:p>
        </p:txBody>
      </p:sp>
      <p:sp>
        <p:nvSpPr>
          <p:cNvPr id="4" name="投影片編號版面配置區 3"/>
          <p:cNvSpPr>
            <a:spLocks noGrp="1"/>
          </p:cNvSpPr>
          <p:nvPr>
            <p:ph type="sldNum" sz="quarter" idx="12"/>
          </p:nvPr>
        </p:nvSpPr>
        <p:spPr/>
        <p:txBody>
          <a:bodyPr/>
          <a:lstStyle/>
          <a:p>
            <a:fld id="{5157DEA8-FBF5-4ADB-B880-CDCFE3CE5324}" type="slidenum">
              <a:rPr lang="en-US" smtClean="0"/>
              <a:pPr/>
              <a:t>15</a:t>
            </a:fld>
            <a:endParaRPr lang="en-US"/>
          </a:p>
        </p:txBody>
      </p:sp>
    </p:spTree>
    <p:extLst>
      <p:ext uri="{BB962C8B-B14F-4D97-AF65-F5344CB8AC3E}">
        <p14:creationId xmlns:p14="http://schemas.microsoft.com/office/powerpoint/2010/main" val="41686730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6632"/>
            <a:ext cx="8229600" cy="1134535"/>
          </a:xfrm>
        </p:spPr>
        <p:txBody>
          <a:bodyPr>
            <a:normAutofit/>
          </a:bodyPr>
          <a:lstStyle/>
          <a:p>
            <a:r>
              <a:rPr lang="en-US" dirty="0" err="1"/>
              <a:t>Aurisys</a:t>
            </a:r>
            <a:r>
              <a:rPr lang="en-US" dirty="0"/>
              <a:t> Control Flow on AP</a:t>
            </a:r>
          </a:p>
        </p:txBody>
      </p:sp>
      <p:grpSp>
        <p:nvGrpSpPr>
          <p:cNvPr id="5" name="群組 4"/>
          <p:cNvGrpSpPr/>
          <p:nvPr/>
        </p:nvGrpSpPr>
        <p:grpSpPr>
          <a:xfrm>
            <a:off x="1259632" y="1251167"/>
            <a:ext cx="5838287" cy="5126355"/>
            <a:chOff x="1259632" y="1251167"/>
            <a:chExt cx="5838287" cy="5126355"/>
          </a:xfrm>
        </p:grpSpPr>
        <p:pic>
          <p:nvPicPr>
            <p:cNvPr id="4" name="圖片 3"/>
            <p:cNvPicPr>
              <a:picLocks noChangeAspect="1"/>
            </p:cNvPicPr>
            <p:nvPr/>
          </p:nvPicPr>
          <p:blipFill>
            <a:blip r:embed="rId2"/>
            <a:stretch>
              <a:fillRect/>
            </a:stretch>
          </p:blipFill>
          <p:spPr>
            <a:xfrm>
              <a:off x="1345771" y="1251167"/>
              <a:ext cx="5752148" cy="5126355"/>
            </a:xfrm>
            <a:prstGeom prst="rect">
              <a:avLst/>
            </a:prstGeom>
          </p:spPr>
        </p:pic>
        <p:sp>
          <p:nvSpPr>
            <p:cNvPr id="6" name="矩形 5"/>
            <p:cNvSpPr/>
            <p:nvPr/>
          </p:nvSpPr>
          <p:spPr>
            <a:xfrm>
              <a:off x="1310174" y="4725445"/>
              <a:ext cx="5626511" cy="576064"/>
            </a:xfrm>
            <a:prstGeom prst="rect">
              <a:avLst/>
            </a:prstGeom>
            <a:no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文字方塊 6"/>
            <p:cNvSpPr txBox="1"/>
            <p:nvPr/>
          </p:nvSpPr>
          <p:spPr>
            <a:xfrm>
              <a:off x="1259632" y="4437413"/>
              <a:ext cx="1800200" cy="369332"/>
            </a:xfrm>
            <a:prstGeom prst="rect">
              <a:avLst/>
            </a:prstGeom>
            <a:noFill/>
          </p:spPr>
          <p:txBody>
            <a:bodyPr wrap="square" rtlCol="0">
              <a:spAutoFit/>
            </a:bodyPr>
            <a:lstStyle/>
            <a:p>
              <a:r>
                <a:rPr lang="en-US" b="1" dirty="0">
                  <a:solidFill>
                    <a:srgbClr val="002060"/>
                  </a:solidFill>
                </a:rPr>
                <a:t>Processing loop</a:t>
              </a:r>
            </a:p>
          </p:txBody>
        </p:sp>
      </p:grpSp>
      <p:sp>
        <p:nvSpPr>
          <p:cNvPr id="8" name="投影片編號版面配置區 7"/>
          <p:cNvSpPr>
            <a:spLocks noGrp="1"/>
          </p:cNvSpPr>
          <p:nvPr>
            <p:ph type="sldNum" sz="quarter" idx="12"/>
          </p:nvPr>
        </p:nvSpPr>
        <p:spPr/>
        <p:txBody>
          <a:bodyPr/>
          <a:lstStyle/>
          <a:p>
            <a:fld id="{5157DEA8-FBF5-4ADB-B880-CDCFE3CE5324}" type="slidenum">
              <a:rPr lang="en-US" smtClean="0"/>
              <a:pPr/>
              <a:t>16</a:t>
            </a:fld>
            <a:endParaRPr lang="en-US"/>
          </a:p>
        </p:txBody>
      </p:sp>
      <p:sp>
        <p:nvSpPr>
          <p:cNvPr id="10" name="文字方塊 9"/>
          <p:cNvSpPr txBox="1"/>
          <p:nvPr/>
        </p:nvSpPr>
        <p:spPr>
          <a:xfrm>
            <a:off x="6716179" y="1769459"/>
            <a:ext cx="2427822" cy="1384995"/>
          </a:xfrm>
          <a:prstGeom prst="rect">
            <a:avLst/>
          </a:prstGeom>
          <a:noFill/>
          <a:ln>
            <a:solidFill>
              <a:schemeClr val="tx1"/>
            </a:solidFill>
          </a:ln>
        </p:spPr>
        <p:txBody>
          <a:bodyPr wrap="square" rtlCol="0">
            <a:spAutoFit/>
          </a:bodyPr>
          <a:lstStyle/>
          <a:p>
            <a:r>
              <a:rPr lang="en-US" sz="1400" b="1" dirty="0" err="1">
                <a:solidFill>
                  <a:srgbClr val="FF0000"/>
                </a:solidFill>
              </a:rPr>
              <a:t>arsi_load_param</a:t>
            </a:r>
            <a:r>
              <a:rPr lang="en-US" sz="1400" dirty="0">
                <a:solidFill>
                  <a:srgbClr val="FF0000"/>
                </a:solidFill>
              </a:rPr>
              <a:t> </a:t>
            </a:r>
            <a:r>
              <a:rPr lang="en-US" sz="1400" dirty="0"/>
              <a:t>would only called ones when device boot up. This function is optional, but implement this function may reduce lots of time form file IO.</a:t>
            </a:r>
          </a:p>
        </p:txBody>
      </p:sp>
    </p:spTree>
    <p:extLst>
      <p:ext uri="{BB962C8B-B14F-4D97-AF65-F5344CB8AC3E}">
        <p14:creationId xmlns:p14="http://schemas.microsoft.com/office/powerpoint/2010/main" val="18470828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圖片 13">
            <a:extLst>
              <a:ext uri="{FF2B5EF4-FFF2-40B4-BE49-F238E27FC236}">
                <a16:creationId xmlns:a16="http://schemas.microsoft.com/office/drawing/2014/main" id="{1439E55B-786B-418B-92C4-C9A187F27035}"/>
              </a:ext>
            </a:extLst>
          </p:cNvPr>
          <p:cNvPicPr/>
          <p:nvPr/>
        </p:nvPicPr>
        <p:blipFill rotWithShape="1">
          <a:blip r:embed="rId3">
            <a:extLst>
              <a:ext uri="{28A0092B-C50C-407E-A947-70E740481C1C}">
                <a14:useLocalDpi xmlns:a14="http://schemas.microsoft.com/office/drawing/2010/main" val="0"/>
              </a:ext>
            </a:extLst>
          </a:blip>
          <a:srcRect l="11979" r="8861"/>
          <a:stretch/>
        </p:blipFill>
        <p:spPr bwMode="auto">
          <a:xfrm>
            <a:off x="42082" y="1196565"/>
            <a:ext cx="7584602" cy="5389433"/>
          </a:xfrm>
          <a:prstGeom prst="rect">
            <a:avLst/>
          </a:prstGeom>
          <a:noFill/>
        </p:spPr>
      </p:pic>
      <p:sp>
        <p:nvSpPr>
          <p:cNvPr id="2" name="標題 1"/>
          <p:cNvSpPr>
            <a:spLocks noGrp="1"/>
          </p:cNvSpPr>
          <p:nvPr>
            <p:ph type="title"/>
          </p:nvPr>
        </p:nvSpPr>
        <p:spPr>
          <a:xfrm>
            <a:off x="476233" y="62217"/>
            <a:ext cx="8229600" cy="1134535"/>
          </a:xfrm>
        </p:spPr>
        <p:txBody>
          <a:bodyPr>
            <a:normAutofit/>
          </a:bodyPr>
          <a:lstStyle/>
          <a:p>
            <a:r>
              <a:rPr lang="en-US" dirty="0" err="1"/>
              <a:t>Aurisys</a:t>
            </a:r>
            <a:r>
              <a:rPr lang="en-US" dirty="0"/>
              <a:t> Control Flow on DSP</a:t>
            </a:r>
          </a:p>
        </p:txBody>
      </p:sp>
      <p:sp>
        <p:nvSpPr>
          <p:cNvPr id="7" name="文字方塊 6"/>
          <p:cNvSpPr txBox="1"/>
          <p:nvPr/>
        </p:nvSpPr>
        <p:spPr>
          <a:xfrm>
            <a:off x="5928864" y="760647"/>
            <a:ext cx="3173054" cy="738664"/>
          </a:xfrm>
          <a:prstGeom prst="rect">
            <a:avLst/>
          </a:prstGeom>
          <a:noFill/>
          <a:ln>
            <a:solidFill>
              <a:schemeClr val="tx1"/>
            </a:solidFill>
          </a:ln>
        </p:spPr>
        <p:txBody>
          <a:bodyPr wrap="square" rtlCol="0">
            <a:spAutoFit/>
          </a:bodyPr>
          <a:lstStyle/>
          <a:p>
            <a:r>
              <a:rPr lang="en-US" sz="1400" dirty="0"/>
              <a:t>Since lib on DSP </a:t>
            </a:r>
            <a:r>
              <a:rPr lang="en-US" sz="1400" dirty="0">
                <a:solidFill>
                  <a:srgbClr val="FF0000"/>
                </a:solidFill>
              </a:rPr>
              <a:t>cannot</a:t>
            </a:r>
            <a:r>
              <a:rPr lang="en-US" sz="1400" dirty="0"/>
              <a:t> access parameter file on AP, 3</a:t>
            </a:r>
            <a:r>
              <a:rPr lang="en-US" sz="1400" baseline="30000" dirty="0"/>
              <a:t>rd</a:t>
            </a:r>
            <a:r>
              <a:rPr lang="en-US" sz="1400" dirty="0"/>
              <a:t> party lib should provide </a:t>
            </a:r>
            <a:r>
              <a:rPr lang="en-US" sz="1400" dirty="0">
                <a:solidFill>
                  <a:srgbClr val="FF0000"/>
                </a:solidFill>
              </a:rPr>
              <a:t>AP side lib </a:t>
            </a:r>
            <a:r>
              <a:rPr lang="en-US" sz="1400" dirty="0"/>
              <a:t>for parameter parsing</a:t>
            </a:r>
          </a:p>
        </p:txBody>
      </p:sp>
      <p:sp>
        <p:nvSpPr>
          <p:cNvPr id="9" name="文字方塊 8"/>
          <p:cNvSpPr txBox="1"/>
          <p:nvPr/>
        </p:nvSpPr>
        <p:spPr>
          <a:xfrm>
            <a:off x="6327966" y="2187946"/>
            <a:ext cx="2773952" cy="738664"/>
          </a:xfrm>
          <a:prstGeom prst="rect">
            <a:avLst/>
          </a:prstGeom>
          <a:noFill/>
          <a:ln>
            <a:solidFill>
              <a:schemeClr val="tx1"/>
            </a:solidFill>
          </a:ln>
        </p:spPr>
        <p:txBody>
          <a:bodyPr wrap="square" rtlCol="0">
            <a:spAutoFit/>
          </a:bodyPr>
          <a:lstStyle/>
          <a:p>
            <a:r>
              <a:rPr lang="en-US" sz="1400" dirty="0" err="1"/>
              <a:t>Aurisys</a:t>
            </a:r>
            <a:r>
              <a:rPr lang="en-US" sz="1400" dirty="0"/>
              <a:t> will provide parsed parameter buffer from AP to DSP for DSP side lib to create lib handler</a:t>
            </a:r>
          </a:p>
        </p:txBody>
      </p:sp>
      <p:cxnSp>
        <p:nvCxnSpPr>
          <p:cNvPr id="12" name="直線單箭頭接點 11"/>
          <p:cNvCxnSpPr>
            <a:cxnSpLocks/>
          </p:cNvCxnSpPr>
          <p:nvPr/>
        </p:nvCxnSpPr>
        <p:spPr>
          <a:xfrm flipH="1">
            <a:off x="7600597" y="2926610"/>
            <a:ext cx="963345" cy="1864160"/>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15" name="右大括弧 14"/>
          <p:cNvSpPr/>
          <p:nvPr/>
        </p:nvSpPr>
        <p:spPr>
          <a:xfrm>
            <a:off x="5102676" y="1713435"/>
            <a:ext cx="288032" cy="1235330"/>
          </a:xfrm>
          <a:prstGeom prst="rightBrace">
            <a:avLst>
              <a:gd name="adj1" fmla="val 48016"/>
              <a:gd name="adj2" fmla="val 50000"/>
            </a:avLst>
          </a:prstGeom>
          <a:ln w="9525">
            <a:solidFill>
              <a:schemeClr val="tx1"/>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16" name="矩形 15"/>
          <p:cNvSpPr/>
          <p:nvPr/>
        </p:nvSpPr>
        <p:spPr>
          <a:xfrm>
            <a:off x="251520" y="5450459"/>
            <a:ext cx="7766215" cy="426813"/>
          </a:xfrm>
          <a:prstGeom prst="rect">
            <a:avLst/>
          </a:prstGeom>
          <a:noFill/>
          <a:ln w="19050">
            <a:solidFill>
              <a:srgbClr val="0070C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文字方塊 16"/>
          <p:cNvSpPr txBox="1"/>
          <p:nvPr/>
        </p:nvSpPr>
        <p:spPr>
          <a:xfrm>
            <a:off x="168708" y="5147900"/>
            <a:ext cx="2099036" cy="369332"/>
          </a:xfrm>
          <a:prstGeom prst="rect">
            <a:avLst/>
          </a:prstGeom>
          <a:noFill/>
        </p:spPr>
        <p:txBody>
          <a:bodyPr wrap="square" rtlCol="0">
            <a:spAutoFit/>
          </a:bodyPr>
          <a:lstStyle/>
          <a:p>
            <a:r>
              <a:rPr lang="en-US" b="1" dirty="0">
                <a:solidFill>
                  <a:srgbClr val="002060"/>
                </a:solidFill>
              </a:rPr>
              <a:t>Processing loop</a:t>
            </a:r>
          </a:p>
        </p:txBody>
      </p:sp>
      <p:sp>
        <p:nvSpPr>
          <p:cNvPr id="20" name="投影片編號版面配置區 19"/>
          <p:cNvSpPr>
            <a:spLocks noGrp="1"/>
          </p:cNvSpPr>
          <p:nvPr>
            <p:ph type="sldNum" sz="quarter" idx="12"/>
          </p:nvPr>
        </p:nvSpPr>
        <p:spPr/>
        <p:txBody>
          <a:bodyPr/>
          <a:lstStyle/>
          <a:p>
            <a:fld id="{5157DEA8-FBF5-4ADB-B880-CDCFE3CE5324}" type="slidenum">
              <a:rPr lang="en-US" smtClean="0"/>
              <a:pPr/>
              <a:t>17</a:t>
            </a:fld>
            <a:endParaRPr lang="en-US"/>
          </a:p>
        </p:txBody>
      </p:sp>
      <p:sp>
        <p:nvSpPr>
          <p:cNvPr id="27" name="矩形 26">
            <a:extLst>
              <a:ext uri="{FF2B5EF4-FFF2-40B4-BE49-F238E27FC236}">
                <a16:creationId xmlns:a16="http://schemas.microsoft.com/office/drawing/2014/main" id="{47ED4941-EAC9-4D1C-9622-37103D988A3C}"/>
              </a:ext>
            </a:extLst>
          </p:cNvPr>
          <p:cNvSpPr/>
          <p:nvPr/>
        </p:nvSpPr>
        <p:spPr>
          <a:xfrm>
            <a:off x="2191299" y="3752185"/>
            <a:ext cx="1716056" cy="1511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8" name="矩形 27">
            <a:extLst>
              <a:ext uri="{FF2B5EF4-FFF2-40B4-BE49-F238E27FC236}">
                <a16:creationId xmlns:a16="http://schemas.microsoft.com/office/drawing/2014/main" id="{C1AD2BDC-7CCA-4905-9884-E515DBEECF2E}"/>
              </a:ext>
            </a:extLst>
          </p:cNvPr>
          <p:cNvSpPr/>
          <p:nvPr/>
        </p:nvSpPr>
        <p:spPr>
          <a:xfrm>
            <a:off x="2191299" y="4653136"/>
            <a:ext cx="1228573" cy="1511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cxnSp>
        <p:nvCxnSpPr>
          <p:cNvPr id="18" name="直線單箭頭接點 17">
            <a:extLst>
              <a:ext uri="{FF2B5EF4-FFF2-40B4-BE49-F238E27FC236}">
                <a16:creationId xmlns:a16="http://schemas.microsoft.com/office/drawing/2014/main" id="{CEB2ADE7-F252-8766-A555-108343C31B3D}"/>
              </a:ext>
            </a:extLst>
          </p:cNvPr>
          <p:cNvCxnSpPr>
            <a:cxnSpLocks/>
            <a:stCxn id="7" idx="2"/>
          </p:cNvCxnSpPr>
          <p:nvPr/>
        </p:nvCxnSpPr>
        <p:spPr>
          <a:xfrm flipH="1">
            <a:off x="5415344" y="1499311"/>
            <a:ext cx="2100047" cy="826532"/>
          </a:xfrm>
          <a:prstGeom prst="straightConnector1">
            <a:avLst/>
          </a:prstGeom>
          <a:ln w="9525">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453096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8BC1A1C4-278E-420F-2B6D-8241D30D4808}"/>
              </a:ext>
            </a:extLst>
          </p:cNvPr>
          <p:cNvPicPr/>
          <p:nvPr/>
        </p:nvPicPr>
        <p:blipFill rotWithShape="1">
          <a:blip r:embed="rId3">
            <a:extLst>
              <a:ext uri="{28A0092B-C50C-407E-A947-70E740481C1C}">
                <a14:useLocalDpi xmlns:a14="http://schemas.microsoft.com/office/drawing/2010/main" val="0"/>
              </a:ext>
            </a:extLst>
          </a:blip>
          <a:srcRect l="11979" r="8861"/>
          <a:stretch/>
        </p:blipFill>
        <p:spPr bwMode="auto">
          <a:xfrm>
            <a:off x="169378" y="2117108"/>
            <a:ext cx="6762166" cy="4381134"/>
          </a:xfrm>
          <a:prstGeom prst="rect">
            <a:avLst/>
          </a:prstGeom>
          <a:noFill/>
        </p:spPr>
      </p:pic>
      <p:sp>
        <p:nvSpPr>
          <p:cNvPr id="2" name="標題 1"/>
          <p:cNvSpPr>
            <a:spLocks noGrp="1"/>
          </p:cNvSpPr>
          <p:nvPr>
            <p:ph type="title"/>
          </p:nvPr>
        </p:nvSpPr>
        <p:spPr>
          <a:xfrm>
            <a:off x="126567" y="62216"/>
            <a:ext cx="8229600" cy="1134535"/>
          </a:xfrm>
        </p:spPr>
        <p:txBody>
          <a:bodyPr>
            <a:normAutofit fontScale="90000"/>
          </a:bodyPr>
          <a:lstStyle/>
          <a:p>
            <a:r>
              <a:rPr lang="en-US" altLang="zh-TW" b="0" i="0" dirty="0">
                <a:effectLst/>
                <a:latin typeface="ui-sans-serif"/>
              </a:rPr>
              <a:t> </a:t>
            </a:r>
            <a:r>
              <a:rPr lang="en-US" altLang="zh-TW" i="0" dirty="0">
                <a:effectLst/>
                <a:latin typeface="ui-sans-serif"/>
              </a:rPr>
              <a:t>requirements for </a:t>
            </a:r>
            <a:r>
              <a:rPr lang="en-US" altLang="zh-TW" i="0" dirty="0" err="1">
                <a:effectLst/>
                <a:latin typeface="ui-sans-serif"/>
              </a:rPr>
              <a:t>Aurisys</a:t>
            </a:r>
            <a:r>
              <a:rPr lang="en-US" altLang="zh-TW" i="0" dirty="0">
                <a:effectLst/>
                <a:latin typeface="ui-sans-serif"/>
              </a:rPr>
              <a:t> initialization.</a:t>
            </a:r>
            <a:endParaRPr lang="en-US" dirty="0"/>
          </a:p>
        </p:txBody>
      </p:sp>
      <p:sp>
        <p:nvSpPr>
          <p:cNvPr id="20" name="投影片編號版面配置區 19"/>
          <p:cNvSpPr>
            <a:spLocks noGrp="1"/>
          </p:cNvSpPr>
          <p:nvPr>
            <p:ph type="sldNum" sz="quarter" idx="12"/>
          </p:nvPr>
        </p:nvSpPr>
        <p:spPr/>
        <p:txBody>
          <a:bodyPr/>
          <a:lstStyle/>
          <a:p>
            <a:fld id="{5157DEA8-FBF5-4ADB-B880-CDCFE3CE5324}" type="slidenum">
              <a:rPr lang="en-US" smtClean="0"/>
              <a:pPr/>
              <a:t>18</a:t>
            </a:fld>
            <a:endParaRPr lang="en-US"/>
          </a:p>
        </p:txBody>
      </p:sp>
      <p:sp>
        <p:nvSpPr>
          <p:cNvPr id="27" name="矩形 26">
            <a:extLst>
              <a:ext uri="{FF2B5EF4-FFF2-40B4-BE49-F238E27FC236}">
                <a16:creationId xmlns:a16="http://schemas.microsoft.com/office/drawing/2014/main" id="{47ED4941-EAC9-4D1C-9622-37103D988A3C}"/>
              </a:ext>
            </a:extLst>
          </p:cNvPr>
          <p:cNvSpPr/>
          <p:nvPr/>
        </p:nvSpPr>
        <p:spPr>
          <a:xfrm>
            <a:off x="2066086" y="4167141"/>
            <a:ext cx="1648512" cy="151196"/>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 name="矩形 27">
            <a:extLst>
              <a:ext uri="{FF2B5EF4-FFF2-40B4-BE49-F238E27FC236}">
                <a16:creationId xmlns:a16="http://schemas.microsoft.com/office/drawing/2014/main" id="{C1AD2BDC-7CCA-4905-9884-E515DBEECF2E}"/>
              </a:ext>
            </a:extLst>
          </p:cNvPr>
          <p:cNvSpPr/>
          <p:nvPr/>
        </p:nvSpPr>
        <p:spPr>
          <a:xfrm>
            <a:off x="1924828" y="4863319"/>
            <a:ext cx="1783075" cy="564998"/>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 name="文字方塊 3">
            <a:extLst>
              <a:ext uri="{FF2B5EF4-FFF2-40B4-BE49-F238E27FC236}">
                <a16:creationId xmlns:a16="http://schemas.microsoft.com/office/drawing/2014/main" id="{7A77EE1B-EF26-E5FD-BD65-7FFF79942633}"/>
              </a:ext>
            </a:extLst>
          </p:cNvPr>
          <p:cNvSpPr txBox="1"/>
          <p:nvPr/>
        </p:nvSpPr>
        <p:spPr>
          <a:xfrm>
            <a:off x="476233" y="629484"/>
            <a:ext cx="8229600" cy="1477328"/>
          </a:xfrm>
          <a:prstGeom prst="rect">
            <a:avLst/>
          </a:prstGeom>
          <a:noFill/>
        </p:spPr>
        <p:txBody>
          <a:bodyPr wrap="square">
            <a:spAutoFit/>
          </a:bodyPr>
          <a:lstStyle/>
          <a:p>
            <a:pPr algn="just"/>
            <a:r>
              <a:rPr lang="en-US" altLang="zh-TW" b="0" i="0" dirty="0">
                <a:effectLst/>
                <a:latin typeface="ui-sans-serif"/>
              </a:rPr>
              <a:t>Because the </a:t>
            </a:r>
            <a:r>
              <a:rPr lang="en-US" altLang="zh-TW" b="0" i="0" dirty="0" err="1">
                <a:effectLst/>
                <a:latin typeface="ui-sans-serif"/>
              </a:rPr>
              <a:t>Aurisys</a:t>
            </a:r>
            <a:r>
              <a:rPr lang="en-US" altLang="zh-TW" b="0" i="0" dirty="0">
                <a:effectLst/>
                <a:latin typeface="ui-sans-serif"/>
              </a:rPr>
              <a:t> create will be performed on the first read/write operation, due to some latency considerations, during initialization(red box), the total execution time of these APIs should not exceed one frame size as much as possible (for example, processing data for 20ms at once, the execution time of these APIs should ideally be within 20ms)</a:t>
            </a:r>
            <a:endParaRPr lang="zh-TW" altLang="en-US" dirty="0"/>
          </a:p>
        </p:txBody>
      </p:sp>
      <p:sp>
        <p:nvSpPr>
          <p:cNvPr id="23" name="矩形 22">
            <a:extLst>
              <a:ext uri="{FF2B5EF4-FFF2-40B4-BE49-F238E27FC236}">
                <a16:creationId xmlns:a16="http://schemas.microsoft.com/office/drawing/2014/main" id="{CAE4790A-76AC-A5A5-07EB-9D979723B24B}"/>
              </a:ext>
            </a:extLst>
          </p:cNvPr>
          <p:cNvSpPr/>
          <p:nvPr/>
        </p:nvSpPr>
        <p:spPr>
          <a:xfrm>
            <a:off x="441031" y="2646057"/>
            <a:ext cx="2520281" cy="782943"/>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5" name="文字方塊 24">
            <a:extLst>
              <a:ext uri="{FF2B5EF4-FFF2-40B4-BE49-F238E27FC236}">
                <a16:creationId xmlns:a16="http://schemas.microsoft.com/office/drawing/2014/main" id="{8406B4C8-CBEE-B18C-B848-D9E62BB5B01A}"/>
              </a:ext>
            </a:extLst>
          </p:cNvPr>
          <p:cNvSpPr txBox="1"/>
          <p:nvPr/>
        </p:nvSpPr>
        <p:spPr>
          <a:xfrm>
            <a:off x="5220072" y="2925302"/>
            <a:ext cx="4148214" cy="646331"/>
          </a:xfrm>
          <a:prstGeom prst="rect">
            <a:avLst/>
          </a:prstGeom>
          <a:noFill/>
        </p:spPr>
        <p:txBody>
          <a:bodyPr wrap="square">
            <a:spAutoFit/>
          </a:bodyPr>
          <a:lstStyle/>
          <a:p>
            <a:r>
              <a:rPr lang="en-US" altLang="zh-TW" b="1" i="0" dirty="0">
                <a:effectLst/>
                <a:latin typeface="ui-sans-serif"/>
              </a:rPr>
              <a:t>During simulation, the corresponding API's response time should be checked.</a:t>
            </a:r>
            <a:endParaRPr lang="zh-TW" altLang="en-US" b="1" dirty="0"/>
          </a:p>
        </p:txBody>
      </p:sp>
      <p:cxnSp>
        <p:nvCxnSpPr>
          <p:cNvPr id="30" name="直線接點 29">
            <a:extLst>
              <a:ext uri="{FF2B5EF4-FFF2-40B4-BE49-F238E27FC236}">
                <a16:creationId xmlns:a16="http://schemas.microsoft.com/office/drawing/2014/main" id="{CDF6358E-E8B4-AB1C-3E4D-B6B7ACF38A66}"/>
              </a:ext>
            </a:extLst>
          </p:cNvPr>
          <p:cNvCxnSpPr/>
          <p:nvPr/>
        </p:nvCxnSpPr>
        <p:spPr>
          <a:xfrm>
            <a:off x="2994873" y="3043854"/>
            <a:ext cx="2160240" cy="281564"/>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直線接點 30">
            <a:extLst>
              <a:ext uri="{FF2B5EF4-FFF2-40B4-BE49-F238E27FC236}">
                <a16:creationId xmlns:a16="http://schemas.microsoft.com/office/drawing/2014/main" id="{A58A6EA5-D31B-9B2C-7256-938550A3A9ED}"/>
              </a:ext>
            </a:extLst>
          </p:cNvPr>
          <p:cNvCxnSpPr>
            <a:cxnSpLocks/>
          </p:cNvCxnSpPr>
          <p:nvPr/>
        </p:nvCxnSpPr>
        <p:spPr>
          <a:xfrm flipV="1">
            <a:off x="3772862" y="3429000"/>
            <a:ext cx="1447210" cy="834626"/>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直線接點 33">
            <a:extLst>
              <a:ext uri="{FF2B5EF4-FFF2-40B4-BE49-F238E27FC236}">
                <a16:creationId xmlns:a16="http://schemas.microsoft.com/office/drawing/2014/main" id="{B3DD9E2E-7206-6F37-C186-E132D9A1A734}"/>
              </a:ext>
            </a:extLst>
          </p:cNvPr>
          <p:cNvCxnSpPr>
            <a:cxnSpLocks/>
          </p:cNvCxnSpPr>
          <p:nvPr/>
        </p:nvCxnSpPr>
        <p:spPr>
          <a:xfrm flipV="1">
            <a:off x="3772862" y="3508531"/>
            <a:ext cx="1420930" cy="1510191"/>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854266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45535"/>
            <a:ext cx="8229600" cy="659161"/>
          </a:xfrm>
        </p:spPr>
        <p:txBody>
          <a:bodyPr/>
          <a:lstStyle/>
          <a:p>
            <a:r>
              <a:rPr lang="en-US" dirty="0"/>
              <a:t>VoIP VS Phone Call Control Flow</a:t>
            </a:r>
          </a:p>
        </p:txBody>
      </p:sp>
      <p:sp>
        <p:nvSpPr>
          <p:cNvPr id="3" name="內容版面配置區 2"/>
          <p:cNvSpPr>
            <a:spLocks noGrp="1"/>
          </p:cNvSpPr>
          <p:nvPr>
            <p:ph idx="1"/>
          </p:nvPr>
        </p:nvSpPr>
        <p:spPr>
          <a:xfrm>
            <a:off x="457200" y="1052736"/>
            <a:ext cx="8229600" cy="4980879"/>
          </a:xfrm>
        </p:spPr>
        <p:txBody>
          <a:bodyPr>
            <a:normAutofit/>
          </a:bodyPr>
          <a:lstStyle/>
          <a:p>
            <a:r>
              <a:rPr lang="en-US" sz="2000" dirty="0"/>
              <a:t>VoIP DL/UL task use </a:t>
            </a:r>
            <a:r>
              <a:rPr lang="en-US" sz="2000" dirty="0">
                <a:solidFill>
                  <a:srgbClr val="FF0000"/>
                </a:solidFill>
              </a:rPr>
              <a:t>different</a:t>
            </a:r>
            <a:r>
              <a:rPr lang="en-US" sz="2000" dirty="0"/>
              <a:t> lib handler for processing, phone call use same lib handler.</a:t>
            </a:r>
          </a:p>
          <a:p>
            <a:r>
              <a:rPr lang="en-US" sz="2000" dirty="0"/>
              <a:t>For VoIP task, UL/DL lib handler is independent, UL task </a:t>
            </a:r>
            <a:r>
              <a:rPr lang="en-US" sz="2000" dirty="0">
                <a:solidFill>
                  <a:srgbClr val="FF0000"/>
                </a:solidFill>
              </a:rPr>
              <a:t>cannot</a:t>
            </a:r>
            <a:r>
              <a:rPr lang="en-US" sz="2000" dirty="0"/>
              <a:t> access to DL task voice data, vice versa.</a:t>
            </a:r>
          </a:p>
          <a:p>
            <a:endParaRPr lang="en-US" sz="2000" dirty="0"/>
          </a:p>
        </p:txBody>
      </p:sp>
      <p:grpSp>
        <p:nvGrpSpPr>
          <p:cNvPr id="31" name="群組 30"/>
          <p:cNvGrpSpPr/>
          <p:nvPr/>
        </p:nvGrpSpPr>
        <p:grpSpPr>
          <a:xfrm>
            <a:off x="611560" y="3140968"/>
            <a:ext cx="4032764" cy="2808312"/>
            <a:chOff x="524136" y="2816932"/>
            <a:chExt cx="4032764" cy="2808312"/>
          </a:xfrm>
        </p:grpSpPr>
        <p:grpSp>
          <p:nvGrpSpPr>
            <p:cNvPr id="20" name="群組 19"/>
            <p:cNvGrpSpPr/>
            <p:nvPr/>
          </p:nvGrpSpPr>
          <p:grpSpPr>
            <a:xfrm>
              <a:off x="524136" y="2816932"/>
              <a:ext cx="1975048" cy="2808312"/>
              <a:chOff x="755576" y="3140968"/>
              <a:chExt cx="1975048" cy="2808312"/>
            </a:xfrm>
          </p:grpSpPr>
          <p:sp>
            <p:nvSpPr>
              <p:cNvPr id="4" name="矩形 3"/>
              <p:cNvSpPr/>
              <p:nvPr/>
            </p:nvSpPr>
            <p:spPr>
              <a:xfrm>
                <a:off x="971600" y="3140968"/>
                <a:ext cx="1584176" cy="28083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 name="矩形 6"/>
              <p:cNvSpPr/>
              <p:nvPr/>
            </p:nvSpPr>
            <p:spPr>
              <a:xfrm>
                <a:off x="1007604" y="4525555"/>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arsi_process_dl_buf</a:t>
                </a:r>
                <a:endParaRPr lang="en-US" sz="1200" b="1" dirty="0">
                  <a:solidFill>
                    <a:schemeClr val="tx1"/>
                  </a:solidFill>
                </a:endParaRPr>
              </a:p>
            </p:txBody>
          </p:sp>
          <p:sp>
            <p:nvSpPr>
              <p:cNvPr id="9" name="矩形 8"/>
              <p:cNvSpPr/>
              <p:nvPr/>
            </p:nvSpPr>
            <p:spPr>
              <a:xfrm>
                <a:off x="1007604" y="3614774"/>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arsi_create_handler</a:t>
                </a:r>
                <a:endParaRPr lang="en-US" sz="1200" b="1" dirty="0">
                  <a:solidFill>
                    <a:schemeClr val="tx1"/>
                  </a:solidFill>
                </a:endParaRPr>
              </a:p>
            </p:txBody>
          </p:sp>
          <p:sp>
            <p:nvSpPr>
              <p:cNvPr id="11" name="矩形 10"/>
              <p:cNvSpPr/>
              <p:nvPr/>
            </p:nvSpPr>
            <p:spPr>
              <a:xfrm>
                <a:off x="989602" y="5460349"/>
                <a:ext cx="1548172"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arsi_destroy_handler</a:t>
                </a:r>
                <a:endParaRPr lang="en-US" sz="1200" b="1" dirty="0">
                  <a:solidFill>
                    <a:schemeClr val="tx1"/>
                  </a:solidFill>
                </a:endParaRPr>
              </a:p>
            </p:txBody>
          </p:sp>
          <p:sp>
            <p:nvSpPr>
              <p:cNvPr id="12" name="文字方塊 11"/>
              <p:cNvSpPr txBox="1"/>
              <p:nvPr/>
            </p:nvSpPr>
            <p:spPr>
              <a:xfrm>
                <a:off x="1079612" y="3143184"/>
                <a:ext cx="1368152" cy="369332"/>
              </a:xfrm>
              <a:prstGeom prst="rect">
                <a:avLst/>
              </a:prstGeom>
              <a:noFill/>
            </p:spPr>
            <p:txBody>
              <a:bodyPr wrap="square" rtlCol="0">
                <a:spAutoFit/>
              </a:bodyPr>
              <a:lstStyle/>
              <a:p>
                <a:pPr algn="ctr"/>
                <a:r>
                  <a:rPr lang="en-US" altLang="zh-TW" dirty="0"/>
                  <a:t>VoIP DL task</a:t>
                </a:r>
                <a:endParaRPr lang="en-US" dirty="0"/>
              </a:p>
            </p:txBody>
          </p:sp>
          <p:cxnSp>
            <p:nvCxnSpPr>
              <p:cNvPr id="16" name="直線單箭頭接點 15"/>
              <p:cNvCxnSpPr>
                <a:stCxn id="9" idx="2"/>
                <a:endCxn id="7" idx="0"/>
              </p:cNvCxnSpPr>
              <p:nvPr/>
            </p:nvCxnSpPr>
            <p:spPr>
              <a:xfrm>
                <a:off x="1763688" y="3974814"/>
                <a:ext cx="0" cy="550741"/>
              </a:xfrm>
              <a:prstGeom prst="straightConnector1">
                <a:avLst/>
              </a:prstGeom>
              <a:ln>
                <a:tailEnd type="triangle"/>
              </a:ln>
              <a:effectLst/>
            </p:spPr>
            <p:style>
              <a:lnRef idx="2">
                <a:schemeClr val="accent6"/>
              </a:lnRef>
              <a:fillRef idx="0">
                <a:schemeClr val="accent6"/>
              </a:fillRef>
              <a:effectRef idx="1">
                <a:schemeClr val="accent6"/>
              </a:effectRef>
              <a:fontRef idx="minor">
                <a:schemeClr val="tx1"/>
              </a:fontRef>
            </p:style>
          </p:cxnSp>
          <p:cxnSp>
            <p:nvCxnSpPr>
              <p:cNvPr id="17" name="直線單箭頭接點 16"/>
              <p:cNvCxnSpPr>
                <a:stCxn id="7" idx="2"/>
                <a:endCxn id="11" idx="0"/>
              </p:cNvCxnSpPr>
              <p:nvPr/>
            </p:nvCxnSpPr>
            <p:spPr>
              <a:xfrm>
                <a:off x="1763688" y="4885595"/>
                <a:ext cx="0" cy="574754"/>
              </a:xfrm>
              <a:prstGeom prst="straightConnector1">
                <a:avLst/>
              </a:prstGeom>
              <a:ln>
                <a:tailEnd type="triangle"/>
              </a:ln>
              <a:effectLst/>
            </p:spPr>
            <p:style>
              <a:lnRef idx="2">
                <a:schemeClr val="accent6"/>
              </a:lnRef>
              <a:fillRef idx="0">
                <a:schemeClr val="accent6"/>
              </a:fillRef>
              <a:effectRef idx="1">
                <a:schemeClr val="accent6"/>
              </a:effectRef>
              <a:fontRef idx="minor">
                <a:schemeClr val="tx1"/>
              </a:fontRef>
            </p:style>
          </p:cxnSp>
          <p:sp>
            <p:nvSpPr>
              <p:cNvPr id="13" name="矩形 12"/>
              <p:cNvSpPr/>
              <p:nvPr/>
            </p:nvSpPr>
            <p:spPr>
              <a:xfrm>
                <a:off x="755576" y="4221088"/>
                <a:ext cx="1975048" cy="1008112"/>
              </a:xfrm>
              <a:prstGeom prst="rect">
                <a:avLst/>
              </a:prstGeom>
              <a:noFill/>
              <a:ln w="19050">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文字方塊 13"/>
              <p:cNvSpPr txBox="1"/>
              <p:nvPr/>
            </p:nvSpPr>
            <p:spPr>
              <a:xfrm>
                <a:off x="755576" y="4227430"/>
                <a:ext cx="1368152" cy="276999"/>
              </a:xfrm>
              <a:prstGeom prst="rect">
                <a:avLst/>
              </a:prstGeom>
              <a:noFill/>
            </p:spPr>
            <p:txBody>
              <a:bodyPr wrap="square" rtlCol="0">
                <a:spAutoFit/>
              </a:bodyPr>
              <a:lstStyle/>
              <a:p>
                <a:r>
                  <a:rPr lang="en-US" altLang="zh-TW" sz="1200" b="1" dirty="0"/>
                  <a:t>Processing Loop</a:t>
                </a:r>
                <a:endParaRPr lang="en-US" sz="1200" b="1" dirty="0"/>
              </a:p>
            </p:txBody>
          </p:sp>
        </p:grpSp>
        <p:grpSp>
          <p:nvGrpSpPr>
            <p:cNvPr id="21" name="群組 20"/>
            <p:cNvGrpSpPr/>
            <p:nvPr/>
          </p:nvGrpSpPr>
          <p:grpSpPr>
            <a:xfrm>
              <a:off x="2581852" y="2816932"/>
              <a:ext cx="1975048" cy="2808312"/>
              <a:chOff x="755576" y="3140968"/>
              <a:chExt cx="1975048" cy="2808312"/>
            </a:xfrm>
          </p:grpSpPr>
          <p:sp>
            <p:nvSpPr>
              <p:cNvPr id="22" name="矩形 21"/>
              <p:cNvSpPr/>
              <p:nvPr/>
            </p:nvSpPr>
            <p:spPr>
              <a:xfrm>
                <a:off x="971600" y="3140968"/>
                <a:ext cx="1584176" cy="28083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矩形 22"/>
              <p:cNvSpPr/>
              <p:nvPr/>
            </p:nvSpPr>
            <p:spPr>
              <a:xfrm>
                <a:off x="1007604" y="4525555"/>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arsi_process_ul_buf</a:t>
                </a:r>
                <a:endParaRPr lang="en-US" sz="1200" b="1" dirty="0">
                  <a:solidFill>
                    <a:schemeClr val="tx1"/>
                  </a:solidFill>
                </a:endParaRPr>
              </a:p>
            </p:txBody>
          </p:sp>
          <p:sp>
            <p:nvSpPr>
              <p:cNvPr id="24" name="矩形 23"/>
              <p:cNvSpPr/>
              <p:nvPr/>
            </p:nvSpPr>
            <p:spPr>
              <a:xfrm>
                <a:off x="1007604" y="3614774"/>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arsi_create_handler</a:t>
                </a:r>
                <a:endParaRPr lang="en-US" sz="1200" b="1" dirty="0">
                  <a:solidFill>
                    <a:schemeClr val="tx1"/>
                  </a:solidFill>
                </a:endParaRPr>
              </a:p>
            </p:txBody>
          </p:sp>
          <p:sp>
            <p:nvSpPr>
              <p:cNvPr id="25" name="矩形 24"/>
              <p:cNvSpPr/>
              <p:nvPr/>
            </p:nvSpPr>
            <p:spPr>
              <a:xfrm>
                <a:off x="989602" y="5460349"/>
                <a:ext cx="1548172"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arsi_destroy_handler</a:t>
                </a:r>
                <a:endParaRPr lang="en-US" sz="1200" b="1" dirty="0">
                  <a:solidFill>
                    <a:schemeClr val="tx1"/>
                  </a:solidFill>
                </a:endParaRPr>
              </a:p>
            </p:txBody>
          </p:sp>
          <p:sp>
            <p:nvSpPr>
              <p:cNvPr id="26" name="文字方塊 25"/>
              <p:cNvSpPr txBox="1"/>
              <p:nvPr/>
            </p:nvSpPr>
            <p:spPr>
              <a:xfrm>
                <a:off x="1079612" y="3143184"/>
                <a:ext cx="1368152" cy="369332"/>
              </a:xfrm>
              <a:prstGeom prst="rect">
                <a:avLst/>
              </a:prstGeom>
              <a:noFill/>
            </p:spPr>
            <p:txBody>
              <a:bodyPr wrap="square" rtlCol="0">
                <a:spAutoFit/>
              </a:bodyPr>
              <a:lstStyle/>
              <a:p>
                <a:pPr algn="ctr"/>
                <a:r>
                  <a:rPr lang="en-US" altLang="zh-TW" dirty="0"/>
                  <a:t>VoIP UL task</a:t>
                </a:r>
                <a:endParaRPr lang="en-US" dirty="0"/>
              </a:p>
            </p:txBody>
          </p:sp>
          <p:cxnSp>
            <p:nvCxnSpPr>
              <p:cNvPr id="27" name="直線單箭頭接點 26"/>
              <p:cNvCxnSpPr>
                <a:stCxn id="24" idx="2"/>
                <a:endCxn id="23" idx="0"/>
              </p:cNvCxnSpPr>
              <p:nvPr/>
            </p:nvCxnSpPr>
            <p:spPr>
              <a:xfrm>
                <a:off x="1763688" y="3974814"/>
                <a:ext cx="0" cy="550741"/>
              </a:xfrm>
              <a:prstGeom prst="straightConnector1">
                <a:avLst/>
              </a:prstGeom>
              <a:ln>
                <a:tailEnd type="triangle"/>
              </a:ln>
              <a:effectLst/>
            </p:spPr>
            <p:style>
              <a:lnRef idx="2">
                <a:schemeClr val="accent6"/>
              </a:lnRef>
              <a:fillRef idx="0">
                <a:schemeClr val="accent6"/>
              </a:fillRef>
              <a:effectRef idx="1">
                <a:schemeClr val="accent6"/>
              </a:effectRef>
              <a:fontRef idx="minor">
                <a:schemeClr val="tx1"/>
              </a:fontRef>
            </p:style>
          </p:cxnSp>
          <p:cxnSp>
            <p:nvCxnSpPr>
              <p:cNvPr id="28" name="直線單箭頭接點 27"/>
              <p:cNvCxnSpPr>
                <a:stCxn id="23" idx="2"/>
                <a:endCxn id="25" idx="0"/>
              </p:cNvCxnSpPr>
              <p:nvPr/>
            </p:nvCxnSpPr>
            <p:spPr>
              <a:xfrm>
                <a:off x="1763688" y="4885595"/>
                <a:ext cx="0" cy="574754"/>
              </a:xfrm>
              <a:prstGeom prst="straightConnector1">
                <a:avLst/>
              </a:prstGeom>
              <a:ln>
                <a:tailEnd type="triangle"/>
              </a:ln>
              <a:effectLst/>
            </p:spPr>
            <p:style>
              <a:lnRef idx="2">
                <a:schemeClr val="accent6"/>
              </a:lnRef>
              <a:fillRef idx="0">
                <a:schemeClr val="accent6"/>
              </a:fillRef>
              <a:effectRef idx="1">
                <a:schemeClr val="accent6"/>
              </a:effectRef>
              <a:fontRef idx="minor">
                <a:schemeClr val="tx1"/>
              </a:fontRef>
            </p:style>
          </p:cxnSp>
          <p:sp>
            <p:nvSpPr>
              <p:cNvPr id="29" name="矩形 28"/>
              <p:cNvSpPr/>
              <p:nvPr/>
            </p:nvSpPr>
            <p:spPr>
              <a:xfrm>
                <a:off x="755576" y="4221088"/>
                <a:ext cx="1975048" cy="1008112"/>
              </a:xfrm>
              <a:prstGeom prst="rect">
                <a:avLst/>
              </a:prstGeom>
              <a:noFill/>
              <a:ln w="19050">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文字方塊 29"/>
              <p:cNvSpPr txBox="1"/>
              <p:nvPr/>
            </p:nvSpPr>
            <p:spPr>
              <a:xfrm>
                <a:off x="755576" y="4227430"/>
                <a:ext cx="1368152" cy="276999"/>
              </a:xfrm>
              <a:prstGeom prst="rect">
                <a:avLst/>
              </a:prstGeom>
              <a:noFill/>
            </p:spPr>
            <p:txBody>
              <a:bodyPr wrap="square" rtlCol="0">
                <a:spAutoFit/>
              </a:bodyPr>
              <a:lstStyle/>
              <a:p>
                <a:r>
                  <a:rPr lang="en-US" altLang="zh-TW" sz="1200" b="1" dirty="0"/>
                  <a:t>Processing Loop</a:t>
                </a:r>
                <a:endParaRPr lang="en-US" sz="1200" b="1" dirty="0"/>
              </a:p>
            </p:txBody>
          </p:sp>
        </p:grpSp>
      </p:grpSp>
      <p:grpSp>
        <p:nvGrpSpPr>
          <p:cNvPr id="71" name="群組 70"/>
          <p:cNvGrpSpPr/>
          <p:nvPr/>
        </p:nvGrpSpPr>
        <p:grpSpPr>
          <a:xfrm>
            <a:off x="5290522" y="3140968"/>
            <a:ext cx="3478946" cy="2808312"/>
            <a:chOff x="5290522" y="2420888"/>
            <a:chExt cx="3478946" cy="2808312"/>
          </a:xfrm>
        </p:grpSpPr>
        <p:sp>
          <p:nvSpPr>
            <p:cNvPr id="44" name="矩形 43"/>
            <p:cNvSpPr/>
            <p:nvPr/>
          </p:nvSpPr>
          <p:spPr>
            <a:xfrm>
              <a:off x="5442589" y="2420888"/>
              <a:ext cx="3188279" cy="2808312"/>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矩形 44"/>
            <p:cNvSpPr/>
            <p:nvPr/>
          </p:nvSpPr>
          <p:spPr>
            <a:xfrm>
              <a:off x="5478594" y="3805475"/>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arsi_process_dl_buf</a:t>
              </a:r>
              <a:endParaRPr lang="en-US" sz="1200" b="1" dirty="0">
                <a:solidFill>
                  <a:schemeClr val="tx1"/>
                </a:solidFill>
              </a:endParaRPr>
            </a:p>
          </p:txBody>
        </p:sp>
        <p:sp>
          <p:nvSpPr>
            <p:cNvPr id="46" name="矩形 45"/>
            <p:cNvSpPr/>
            <p:nvPr/>
          </p:nvSpPr>
          <p:spPr>
            <a:xfrm>
              <a:off x="6280644" y="2894694"/>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arsi_create_handler</a:t>
              </a:r>
              <a:endParaRPr lang="en-US" sz="1200" b="1" dirty="0">
                <a:solidFill>
                  <a:schemeClr val="tx1"/>
                </a:solidFill>
              </a:endParaRPr>
            </a:p>
          </p:txBody>
        </p:sp>
        <p:sp>
          <p:nvSpPr>
            <p:cNvPr id="47" name="矩形 46"/>
            <p:cNvSpPr/>
            <p:nvPr/>
          </p:nvSpPr>
          <p:spPr>
            <a:xfrm>
              <a:off x="6262642" y="4740269"/>
              <a:ext cx="1548172"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arsi_destroy_handler</a:t>
              </a:r>
              <a:endParaRPr lang="en-US" sz="1200" b="1" dirty="0">
                <a:solidFill>
                  <a:schemeClr val="tx1"/>
                </a:solidFill>
              </a:endParaRPr>
            </a:p>
          </p:txBody>
        </p:sp>
        <p:sp>
          <p:nvSpPr>
            <p:cNvPr id="48" name="文字方塊 47"/>
            <p:cNvSpPr txBox="1"/>
            <p:nvPr/>
          </p:nvSpPr>
          <p:spPr>
            <a:xfrm>
              <a:off x="5352580" y="2423104"/>
              <a:ext cx="1764196" cy="369332"/>
            </a:xfrm>
            <a:prstGeom prst="rect">
              <a:avLst/>
            </a:prstGeom>
            <a:noFill/>
          </p:spPr>
          <p:txBody>
            <a:bodyPr wrap="square" rtlCol="0">
              <a:spAutoFit/>
            </a:bodyPr>
            <a:lstStyle/>
            <a:p>
              <a:pPr algn="ctr"/>
              <a:r>
                <a:rPr lang="en-US" altLang="zh-TW" dirty="0"/>
                <a:t>Phone call task</a:t>
              </a:r>
              <a:endParaRPr lang="en-US" dirty="0"/>
            </a:p>
          </p:txBody>
        </p:sp>
        <p:sp>
          <p:nvSpPr>
            <p:cNvPr id="52" name="文字方塊 51"/>
            <p:cNvSpPr txBox="1"/>
            <p:nvPr/>
          </p:nvSpPr>
          <p:spPr>
            <a:xfrm>
              <a:off x="5290522" y="3507350"/>
              <a:ext cx="1368152" cy="276999"/>
            </a:xfrm>
            <a:prstGeom prst="rect">
              <a:avLst/>
            </a:prstGeom>
            <a:noFill/>
          </p:spPr>
          <p:txBody>
            <a:bodyPr wrap="square" rtlCol="0">
              <a:spAutoFit/>
            </a:bodyPr>
            <a:lstStyle/>
            <a:p>
              <a:r>
                <a:rPr lang="en-US" altLang="zh-TW" sz="1200" b="1" dirty="0"/>
                <a:t>Processing Loop</a:t>
              </a:r>
              <a:endParaRPr lang="en-US" sz="1200" b="1" dirty="0"/>
            </a:p>
          </p:txBody>
        </p:sp>
        <p:cxnSp>
          <p:nvCxnSpPr>
            <p:cNvPr id="66" name="直線單箭頭接點 65"/>
            <p:cNvCxnSpPr>
              <a:stCxn id="46" idx="2"/>
            </p:cNvCxnSpPr>
            <p:nvPr/>
          </p:nvCxnSpPr>
          <p:spPr>
            <a:xfrm>
              <a:off x="7036728" y="3254734"/>
              <a:ext cx="0" cy="318282"/>
            </a:xfrm>
            <a:prstGeom prst="straightConnector1">
              <a:avLst/>
            </a:prstGeom>
            <a:ln>
              <a:headEnd type="none" w="med" len="med"/>
              <a:tailEnd type="none" w="med" len="med"/>
            </a:ln>
            <a:effectLst/>
          </p:spPr>
          <p:style>
            <a:lnRef idx="2">
              <a:schemeClr val="accent6"/>
            </a:lnRef>
            <a:fillRef idx="0">
              <a:schemeClr val="accent6"/>
            </a:fillRef>
            <a:effectRef idx="1">
              <a:schemeClr val="accent6"/>
            </a:effectRef>
            <a:fontRef idx="minor">
              <a:schemeClr val="tx1"/>
            </a:fontRef>
          </p:style>
        </p:cxnSp>
        <p:sp>
          <p:nvSpPr>
            <p:cNvPr id="57" name="矩形 56"/>
            <p:cNvSpPr/>
            <p:nvPr/>
          </p:nvSpPr>
          <p:spPr>
            <a:xfrm>
              <a:off x="7076253" y="3805475"/>
              <a:ext cx="1512168" cy="360040"/>
            </a:xfrm>
            <a:prstGeom prst="rect">
              <a:avLst/>
            </a:prstGeom>
          </p:spPr>
          <p:style>
            <a:lnRef idx="1">
              <a:schemeClr val="accent5"/>
            </a:lnRef>
            <a:fillRef idx="3">
              <a:schemeClr val="accent5"/>
            </a:fillRef>
            <a:effectRef idx="2">
              <a:schemeClr val="accent5"/>
            </a:effectRef>
            <a:fontRef idx="minor">
              <a:schemeClr val="lt1"/>
            </a:fontRef>
          </p:style>
          <p:txBody>
            <a:bodyPr rtlCol="0" anchor="ctr"/>
            <a:lstStyle/>
            <a:p>
              <a:pPr algn="ctr"/>
              <a:r>
                <a:rPr lang="en-US" sz="1200" b="1" dirty="0" err="1">
                  <a:solidFill>
                    <a:schemeClr val="tx1"/>
                  </a:solidFill>
                </a:rPr>
                <a:t>arsi_process_ul_buf</a:t>
              </a:r>
              <a:endParaRPr lang="en-US" sz="1200" b="1" dirty="0">
                <a:solidFill>
                  <a:schemeClr val="tx1"/>
                </a:solidFill>
              </a:endParaRPr>
            </a:p>
          </p:txBody>
        </p:sp>
        <p:cxnSp>
          <p:nvCxnSpPr>
            <p:cNvPr id="61" name="肘形接點 60"/>
            <p:cNvCxnSpPr>
              <a:stCxn id="45" idx="0"/>
              <a:endCxn id="57" idx="0"/>
            </p:cNvCxnSpPr>
            <p:nvPr/>
          </p:nvCxnSpPr>
          <p:spPr>
            <a:xfrm rot="5400000" flipH="1" flipV="1">
              <a:off x="7033507" y="3006646"/>
              <a:ext cx="12700" cy="1597659"/>
            </a:xfrm>
            <a:prstGeom prst="bentConnector3">
              <a:avLst>
                <a:gd name="adj1" fmla="val 1800000"/>
              </a:avLst>
            </a:prstGeom>
            <a:ln>
              <a:headEnd type="triangle" w="med" len="med"/>
              <a:tailEnd type="triangle" w="med" len="med"/>
            </a:ln>
            <a:effectLst/>
          </p:spPr>
          <p:style>
            <a:lnRef idx="2">
              <a:schemeClr val="accent6"/>
            </a:lnRef>
            <a:fillRef idx="0">
              <a:schemeClr val="accent6"/>
            </a:fillRef>
            <a:effectRef idx="1">
              <a:schemeClr val="accent6"/>
            </a:effectRef>
            <a:fontRef idx="minor">
              <a:schemeClr val="tx1"/>
            </a:fontRef>
          </p:style>
        </p:cxnSp>
        <p:cxnSp>
          <p:nvCxnSpPr>
            <p:cNvPr id="64" name="肘形接點 63"/>
            <p:cNvCxnSpPr>
              <a:stCxn id="45" idx="2"/>
              <a:endCxn id="57" idx="2"/>
            </p:cNvCxnSpPr>
            <p:nvPr/>
          </p:nvCxnSpPr>
          <p:spPr>
            <a:xfrm rot="16200000" flipH="1">
              <a:off x="7033507" y="3366685"/>
              <a:ext cx="12700" cy="1597659"/>
            </a:xfrm>
            <a:prstGeom prst="bentConnector3">
              <a:avLst>
                <a:gd name="adj1" fmla="val 1800000"/>
              </a:avLst>
            </a:prstGeom>
            <a:ln>
              <a:headEnd type="none" w="med" len="med"/>
              <a:tailEnd type="none" w="med" len="med"/>
            </a:ln>
            <a:effectLst/>
          </p:spPr>
          <p:style>
            <a:lnRef idx="2">
              <a:schemeClr val="accent6"/>
            </a:lnRef>
            <a:fillRef idx="0">
              <a:schemeClr val="accent6"/>
            </a:fillRef>
            <a:effectRef idx="1">
              <a:schemeClr val="accent6"/>
            </a:effectRef>
            <a:fontRef idx="minor">
              <a:schemeClr val="tx1"/>
            </a:fontRef>
          </p:style>
        </p:cxnSp>
        <p:cxnSp>
          <p:nvCxnSpPr>
            <p:cNvPr id="69" name="直線單箭頭接點 68"/>
            <p:cNvCxnSpPr>
              <a:endCxn id="47" idx="0"/>
            </p:cNvCxnSpPr>
            <p:nvPr/>
          </p:nvCxnSpPr>
          <p:spPr>
            <a:xfrm>
              <a:off x="7036728" y="4382479"/>
              <a:ext cx="0" cy="357790"/>
            </a:xfrm>
            <a:prstGeom prst="straightConnector1">
              <a:avLst/>
            </a:prstGeom>
            <a:ln>
              <a:headEnd type="none" w="med" len="med"/>
              <a:tailEnd type="triangle" w="med" len="med"/>
            </a:ln>
            <a:effectLst/>
          </p:spPr>
          <p:style>
            <a:lnRef idx="2">
              <a:schemeClr val="accent6"/>
            </a:lnRef>
            <a:fillRef idx="0">
              <a:schemeClr val="accent6"/>
            </a:fillRef>
            <a:effectRef idx="1">
              <a:schemeClr val="accent6"/>
            </a:effectRef>
            <a:fontRef idx="minor">
              <a:schemeClr val="tx1"/>
            </a:fontRef>
          </p:style>
        </p:cxnSp>
        <p:sp>
          <p:nvSpPr>
            <p:cNvPr id="51" name="矩形 50"/>
            <p:cNvSpPr/>
            <p:nvPr/>
          </p:nvSpPr>
          <p:spPr>
            <a:xfrm>
              <a:off x="5299651" y="3501008"/>
              <a:ext cx="3469817" cy="1008112"/>
            </a:xfrm>
            <a:prstGeom prst="rect">
              <a:avLst/>
            </a:prstGeom>
            <a:noFill/>
            <a:ln w="19050">
              <a:solidFill>
                <a:schemeClr val="accent2">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72" name="文字方塊 71"/>
          <p:cNvSpPr txBox="1"/>
          <p:nvPr/>
        </p:nvSpPr>
        <p:spPr>
          <a:xfrm>
            <a:off x="1954648" y="2669378"/>
            <a:ext cx="1305347" cy="369332"/>
          </a:xfrm>
          <a:prstGeom prst="rect">
            <a:avLst/>
          </a:prstGeom>
          <a:noFill/>
        </p:spPr>
        <p:txBody>
          <a:bodyPr wrap="square" rtlCol="0">
            <a:spAutoFit/>
          </a:bodyPr>
          <a:lstStyle/>
          <a:p>
            <a:pPr algn="ctr"/>
            <a:r>
              <a:rPr lang="en-US" dirty="0"/>
              <a:t>VoIP task</a:t>
            </a:r>
          </a:p>
        </p:txBody>
      </p:sp>
      <p:sp>
        <p:nvSpPr>
          <p:cNvPr id="73" name="文字方塊 72"/>
          <p:cNvSpPr txBox="1"/>
          <p:nvPr/>
        </p:nvSpPr>
        <p:spPr>
          <a:xfrm>
            <a:off x="6180557" y="2673284"/>
            <a:ext cx="1708004" cy="369332"/>
          </a:xfrm>
          <a:prstGeom prst="rect">
            <a:avLst/>
          </a:prstGeom>
          <a:noFill/>
        </p:spPr>
        <p:txBody>
          <a:bodyPr wrap="square" rtlCol="0">
            <a:spAutoFit/>
          </a:bodyPr>
          <a:lstStyle/>
          <a:p>
            <a:pPr algn="ctr"/>
            <a:r>
              <a:rPr lang="en-US" dirty="0"/>
              <a:t>Phone call task</a:t>
            </a:r>
          </a:p>
        </p:txBody>
      </p:sp>
      <p:cxnSp>
        <p:nvCxnSpPr>
          <p:cNvPr id="75" name="直線接點 74"/>
          <p:cNvCxnSpPr/>
          <p:nvPr/>
        </p:nvCxnSpPr>
        <p:spPr>
          <a:xfrm>
            <a:off x="4932040" y="2562622"/>
            <a:ext cx="0" cy="3818706"/>
          </a:xfrm>
          <a:prstGeom prst="line">
            <a:avLst/>
          </a:prstGeom>
          <a:ln>
            <a:solidFill>
              <a:srgbClr val="0070C0"/>
            </a:solidFill>
            <a:prstDash val="lgDash"/>
          </a:ln>
        </p:spPr>
        <p:style>
          <a:lnRef idx="2">
            <a:schemeClr val="accent1"/>
          </a:lnRef>
          <a:fillRef idx="0">
            <a:schemeClr val="accent1"/>
          </a:fillRef>
          <a:effectRef idx="1">
            <a:schemeClr val="accent1"/>
          </a:effectRef>
          <a:fontRef idx="minor">
            <a:schemeClr val="tx1"/>
          </a:fontRef>
        </p:style>
      </p:cxnSp>
      <p:sp>
        <p:nvSpPr>
          <p:cNvPr id="77" name="投影片編號版面配置區 76"/>
          <p:cNvSpPr>
            <a:spLocks noGrp="1"/>
          </p:cNvSpPr>
          <p:nvPr>
            <p:ph type="sldNum" sz="quarter" idx="12"/>
          </p:nvPr>
        </p:nvSpPr>
        <p:spPr/>
        <p:txBody>
          <a:bodyPr/>
          <a:lstStyle/>
          <a:p>
            <a:fld id="{5157DEA8-FBF5-4ADB-B880-CDCFE3CE5324}" type="slidenum">
              <a:rPr lang="en-US" smtClean="0"/>
              <a:pPr/>
              <a:t>19</a:t>
            </a:fld>
            <a:endParaRPr lang="en-US"/>
          </a:p>
        </p:txBody>
      </p:sp>
    </p:spTree>
    <p:extLst>
      <p:ext uri="{BB962C8B-B14F-4D97-AF65-F5344CB8AC3E}">
        <p14:creationId xmlns:p14="http://schemas.microsoft.com/office/powerpoint/2010/main" val="25161368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332656"/>
            <a:ext cx="8229600" cy="659161"/>
          </a:xfrm>
        </p:spPr>
        <p:txBody>
          <a:bodyPr/>
          <a:lstStyle/>
          <a:p>
            <a:r>
              <a:rPr lang="en-US" dirty="0"/>
              <a:t>Voice Recognition + AEC Support</a:t>
            </a:r>
          </a:p>
        </p:txBody>
      </p:sp>
      <p:sp>
        <p:nvSpPr>
          <p:cNvPr id="3" name="內容版面配置區 2"/>
          <p:cNvSpPr>
            <a:spLocks noGrp="1"/>
          </p:cNvSpPr>
          <p:nvPr>
            <p:ph idx="1"/>
          </p:nvPr>
        </p:nvSpPr>
        <p:spPr>
          <a:xfrm>
            <a:off x="457200" y="1124745"/>
            <a:ext cx="8229600" cy="4908870"/>
          </a:xfrm>
        </p:spPr>
        <p:txBody>
          <a:bodyPr>
            <a:normAutofit/>
          </a:bodyPr>
          <a:lstStyle/>
          <a:p>
            <a:r>
              <a:rPr lang="en-US" sz="1800" dirty="0"/>
              <a:t>MTK has implement voice recognition + AEC scene with MTK proprietary </a:t>
            </a:r>
            <a:r>
              <a:rPr lang="en-US" sz="1800" dirty="0" err="1"/>
              <a:t>input_source</a:t>
            </a:r>
            <a:r>
              <a:rPr lang="en-US" sz="1800" dirty="0"/>
              <a:t> </a:t>
            </a:r>
            <a:r>
              <a:rPr lang="en-US" sz="1800" dirty="0">
                <a:solidFill>
                  <a:srgbClr val="FF0000"/>
                </a:solidFill>
              </a:rPr>
              <a:t>81 </a:t>
            </a:r>
            <a:r>
              <a:rPr lang="en-US" sz="1800" dirty="0"/>
              <a:t>(only need it when customer required)</a:t>
            </a:r>
          </a:p>
          <a:p>
            <a:r>
              <a:rPr lang="en-US" sz="1800" dirty="0"/>
              <a:t>3</a:t>
            </a:r>
            <a:r>
              <a:rPr lang="en-US" sz="1800" baseline="30000" dirty="0"/>
              <a:t>rd</a:t>
            </a:r>
            <a:r>
              <a:rPr lang="en-US" sz="1800" dirty="0"/>
              <a:t> party Lib could use </a:t>
            </a:r>
            <a:r>
              <a:rPr lang="en-US" sz="1800" dirty="0" err="1"/>
              <a:t>input_source</a:t>
            </a:r>
            <a:r>
              <a:rPr lang="en-US" sz="1800" dirty="0"/>
              <a:t> </a:t>
            </a:r>
            <a:r>
              <a:rPr lang="en-US" sz="1800" dirty="0">
                <a:solidFill>
                  <a:srgbClr val="FF0000"/>
                </a:solidFill>
              </a:rPr>
              <a:t>81</a:t>
            </a:r>
            <a:r>
              <a:rPr lang="en-US" sz="1800" dirty="0"/>
              <a:t> to determine is voice recognition + AEC scene or not</a:t>
            </a:r>
          </a:p>
          <a:p>
            <a:r>
              <a:rPr lang="en-US" sz="1800" dirty="0" err="1">
                <a:solidFill>
                  <a:srgbClr val="FF0000"/>
                </a:solidFill>
              </a:rPr>
              <a:t>task_config</a:t>
            </a:r>
            <a:r>
              <a:rPr lang="en-US" sz="1800" dirty="0"/>
              <a:t> will be provided in </a:t>
            </a:r>
            <a:r>
              <a:rPr lang="en-US" sz="1800" dirty="0" err="1">
                <a:solidFill>
                  <a:srgbClr val="FF0000"/>
                </a:solidFill>
              </a:rPr>
              <a:t>arsi_query_param_buf_size_by_custom_info</a:t>
            </a:r>
            <a:r>
              <a:rPr lang="en-US" sz="1800" dirty="0"/>
              <a:t> and </a:t>
            </a:r>
            <a:r>
              <a:rPr lang="en-US" sz="1800" dirty="0" err="1">
                <a:solidFill>
                  <a:srgbClr val="FF0000"/>
                </a:solidFill>
              </a:rPr>
              <a:t>arsi_parsing_param_file_by_custom_info</a:t>
            </a:r>
            <a:r>
              <a:rPr lang="en-US" sz="1800" dirty="0"/>
              <a:t> API</a:t>
            </a:r>
          </a:p>
        </p:txBody>
      </p:sp>
      <p:grpSp>
        <p:nvGrpSpPr>
          <p:cNvPr id="8" name="群組 7"/>
          <p:cNvGrpSpPr/>
          <p:nvPr/>
        </p:nvGrpSpPr>
        <p:grpSpPr>
          <a:xfrm>
            <a:off x="1619672" y="3140968"/>
            <a:ext cx="6519837" cy="2776358"/>
            <a:chOff x="1475656" y="2708920"/>
            <a:chExt cx="6519837" cy="2776358"/>
          </a:xfrm>
        </p:grpSpPr>
        <p:pic>
          <p:nvPicPr>
            <p:cNvPr id="4" name="圖片 3"/>
            <p:cNvPicPr>
              <a:picLocks noChangeAspect="1"/>
            </p:cNvPicPr>
            <p:nvPr/>
          </p:nvPicPr>
          <p:blipFill>
            <a:blip r:embed="rId2" cstate="print"/>
            <a:stretch>
              <a:fillRect/>
            </a:stretch>
          </p:blipFill>
          <p:spPr>
            <a:xfrm>
              <a:off x="1475656" y="2708920"/>
              <a:ext cx="6519837" cy="2776358"/>
            </a:xfrm>
            <a:prstGeom prst="rect">
              <a:avLst/>
            </a:prstGeom>
          </p:spPr>
        </p:pic>
        <p:cxnSp>
          <p:nvCxnSpPr>
            <p:cNvPr id="6" name="直線接點 5"/>
            <p:cNvCxnSpPr/>
            <p:nvPr/>
          </p:nvCxnSpPr>
          <p:spPr>
            <a:xfrm>
              <a:off x="2354992" y="4990316"/>
              <a:ext cx="830168" cy="784"/>
            </a:xfrm>
            <a:prstGeom prst="line">
              <a:avLst/>
            </a:prstGeom>
            <a:ln>
              <a:solidFill>
                <a:srgbClr val="FF0000"/>
              </a:solidFill>
            </a:ln>
          </p:spPr>
          <p:style>
            <a:lnRef idx="2">
              <a:schemeClr val="accent4"/>
            </a:lnRef>
            <a:fillRef idx="0">
              <a:schemeClr val="accent4"/>
            </a:fillRef>
            <a:effectRef idx="1">
              <a:schemeClr val="accent4"/>
            </a:effectRef>
            <a:fontRef idx="minor">
              <a:schemeClr val="tx1"/>
            </a:fontRef>
          </p:style>
        </p:cxnSp>
      </p:grpSp>
      <p:sp>
        <p:nvSpPr>
          <p:cNvPr id="9" name="投影片編號版面配置區 8"/>
          <p:cNvSpPr>
            <a:spLocks noGrp="1"/>
          </p:cNvSpPr>
          <p:nvPr>
            <p:ph type="sldNum" sz="quarter" idx="12"/>
          </p:nvPr>
        </p:nvSpPr>
        <p:spPr/>
        <p:txBody>
          <a:bodyPr/>
          <a:lstStyle/>
          <a:p>
            <a:fld id="{5157DEA8-FBF5-4ADB-B880-CDCFE3CE5324}" type="slidenum">
              <a:rPr lang="en-US" smtClean="0"/>
              <a:pPr/>
              <a:t>20</a:t>
            </a:fld>
            <a:endParaRPr lang="en-US"/>
          </a:p>
        </p:txBody>
      </p:sp>
    </p:spTree>
    <p:extLst>
      <p:ext uri="{BB962C8B-B14F-4D97-AF65-F5344CB8AC3E}">
        <p14:creationId xmlns:p14="http://schemas.microsoft.com/office/powerpoint/2010/main" val="1998527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213556"/>
            <a:ext cx="8229600" cy="659161"/>
          </a:xfrm>
        </p:spPr>
        <p:txBody>
          <a:bodyPr/>
          <a:lstStyle/>
          <a:p>
            <a:r>
              <a:rPr lang="en-US" dirty="0" err="1"/>
              <a:t>enhancement_feature_mask</a:t>
            </a:r>
            <a:endParaRPr lang="en-US" dirty="0"/>
          </a:p>
        </p:txBody>
      </p:sp>
      <p:sp>
        <p:nvSpPr>
          <p:cNvPr id="3" name="內容版面配置區 2"/>
          <p:cNvSpPr>
            <a:spLocks noGrp="1"/>
          </p:cNvSpPr>
          <p:nvPr>
            <p:ph idx="1"/>
          </p:nvPr>
        </p:nvSpPr>
        <p:spPr>
          <a:xfrm>
            <a:off x="457200" y="980728"/>
            <a:ext cx="8229600" cy="4764854"/>
          </a:xfrm>
        </p:spPr>
        <p:txBody>
          <a:bodyPr>
            <a:normAutofit/>
          </a:bodyPr>
          <a:lstStyle/>
          <a:p>
            <a:r>
              <a:rPr lang="en-US" sz="2000" dirty="0"/>
              <a:t>3</a:t>
            </a:r>
            <a:r>
              <a:rPr lang="en-US" sz="2000" baseline="30000" dirty="0"/>
              <a:t>rd</a:t>
            </a:r>
            <a:r>
              <a:rPr lang="en-US" sz="2000" dirty="0"/>
              <a:t> party should use </a:t>
            </a:r>
            <a:r>
              <a:rPr lang="en-US" sz="2000" dirty="0" err="1"/>
              <a:t>enhancement_feature_mask</a:t>
            </a:r>
            <a:r>
              <a:rPr lang="en-US" sz="2000" dirty="0"/>
              <a:t> to on/off corresponded enhancement feature in </a:t>
            </a:r>
            <a:r>
              <a:rPr lang="en-US" sz="2000" dirty="0" err="1">
                <a:solidFill>
                  <a:srgbClr val="FF0000"/>
                </a:solidFill>
              </a:rPr>
              <a:t>task_config</a:t>
            </a:r>
            <a:r>
              <a:rPr lang="en-US" sz="2000" dirty="0"/>
              <a:t>.</a:t>
            </a:r>
          </a:p>
          <a:p>
            <a:r>
              <a:rPr lang="en-US" sz="2000" dirty="0"/>
              <a:t>For example, AEC function can be turned on/off by controlling the </a:t>
            </a:r>
            <a:r>
              <a:rPr lang="en-US" sz="2000" b="1" dirty="0">
                <a:solidFill>
                  <a:srgbClr val="FF0000"/>
                </a:solidFill>
              </a:rPr>
              <a:t>ENHANCEMENT_FEATURE_EC</a:t>
            </a:r>
            <a:r>
              <a:rPr lang="en-US" sz="2000" dirty="0"/>
              <a:t> flag.</a:t>
            </a:r>
          </a:p>
        </p:txBody>
      </p:sp>
      <p:pic>
        <p:nvPicPr>
          <p:cNvPr id="5" name="圖片 4"/>
          <p:cNvPicPr>
            <a:picLocks noChangeAspect="1"/>
          </p:cNvPicPr>
          <p:nvPr/>
        </p:nvPicPr>
        <p:blipFill>
          <a:blip r:embed="rId2" cstate="print"/>
          <a:stretch>
            <a:fillRect/>
          </a:stretch>
        </p:blipFill>
        <p:spPr>
          <a:xfrm>
            <a:off x="683568" y="2492896"/>
            <a:ext cx="6505480" cy="3043714"/>
          </a:xfrm>
          <a:prstGeom prst="rect">
            <a:avLst/>
          </a:prstGeom>
          <a:ln>
            <a:solidFill>
              <a:srgbClr val="002060"/>
            </a:solidFill>
          </a:ln>
        </p:spPr>
      </p:pic>
      <p:pic>
        <p:nvPicPr>
          <p:cNvPr id="4" name="圖片 3"/>
          <p:cNvPicPr>
            <a:picLocks noChangeAspect="1"/>
          </p:cNvPicPr>
          <p:nvPr/>
        </p:nvPicPr>
        <p:blipFill>
          <a:blip r:embed="rId3" cstate="print"/>
          <a:stretch>
            <a:fillRect/>
          </a:stretch>
        </p:blipFill>
        <p:spPr>
          <a:xfrm>
            <a:off x="3951291" y="3356992"/>
            <a:ext cx="4966692" cy="3111486"/>
          </a:xfrm>
          <a:prstGeom prst="rect">
            <a:avLst/>
          </a:prstGeom>
          <a:ln>
            <a:solidFill>
              <a:srgbClr val="002060"/>
            </a:solidFill>
          </a:ln>
        </p:spPr>
      </p:pic>
      <p:cxnSp>
        <p:nvCxnSpPr>
          <p:cNvPr id="7" name="直線接點 6"/>
          <p:cNvCxnSpPr/>
          <p:nvPr/>
        </p:nvCxnSpPr>
        <p:spPr>
          <a:xfrm>
            <a:off x="958101" y="5407722"/>
            <a:ext cx="223224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9" name="直線單箭頭接點 8"/>
          <p:cNvCxnSpPr/>
          <p:nvPr/>
        </p:nvCxnSpPr>
        <p:spPr>
          <a:xfrm flipV="1">
            <a:off x="3214820" y="3645024"/>
            <a:ext cx="736471" cy="16561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3" name="直線接點 12"/>
          <p:cNvCxnSpPr/>
          <p:nvPr/>
        </p:nvCxnSpPr>
        <p:spPr>
          <a:xfrm>
            <a:off x="4202389" y="4725144"/>
            <a:ext cx="2232248" cy="0"/>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投影片編號版面配置區 13"/>
          <p:cNvSpPr>
            <a:spLocks noGrp="1"/>
          </p:cNvSpPr>
          <p:nvPr>
            <p:ph type="sldNum" sz="quarter" idx="12"/>
          </p:nvPr>
        </p:nvSpPr>
        <p:spPr/>
        <p:txBody>
          <a:bodyPr/>
          <a:lstStyle/>
          <a:p>
            <a:fld id="{5157DEA8-FBF5-4ADB-B880-CDCFE3CE5324}" type="slidenum">
              <a:rPr lang="en-US" smtClean="0"/>
              <a:pPr/>
              <a:t>21</a:t>
            </a:fld>
            <a:endParaRPr lang="en-US"/>
          </a:p>
        </p:txBody>
      </p:sp>
      <p:sp>
        <p:nvSpPr>
          <p:cNvPr id="17" name="文字方塊 16"/>
          <p:cNvSpPr txBox="1"/>
          <p:nvPr/>
        </p:nvSpPr>
        <p:spPr>
          <a:xfrm>
            <a:off x="6522317" y="4473116"/>
            <a:ext cx="2489424" cy="461665"/>
          </a:xfrm>
          <a:prstGeom prst="rect">
            <a:avLst/>
          </a:prstGeom>
          <a:solidFill>
            <a:schemeClr val="accent6">
              <a:lumMod val="20000"/>
              <a:lumOff val="80000"/>
            </a:schemeClr>
          </a:solidFill>
          <a:ln>
            <a:solidFill>
              <a:srgbClr val="0070C0"/>
            </a:solidFill>
          </a:ln>
        </p:spPr>
        <p:txBody>
          <a:bodyPr wrap="square" rtlCol="0">
            <a:spAutoFit/>
          </a:bodyPr>
          <a:lstStyle/>
          <a:p>
            <a:r>
              <a:rPr lang="en-US" sz="1200" dirty="0"/>
              <a:t>Only </a:t>
            </a:r>
            <a:r>
              <a:rPr lang="en-US" sz="1200" b="1" dirty="0">
                <a:solidFill>
                  <a:srgbClr val="FF0000"/>
                </a:solidFill>
              </a:rPr>
              <a:t>ENHANCEMENT_FEATURE_EC</a:t>
            </a:r>
            <a:r>
              <a:rPr lang="en-US" sz="1200" dirty="0"/>
              <a:t> is mandatory, other are optional.</a:t>
            </a:r>
          </a:p>
        </p:txBody>
      </p:sp>
    </p:spTree>
    <p:extLst>
      <p:ext uri="{BB962C8B-B14F-4D97-AF65-F5344CB8AC3E}">
        <p14:creationId xmlns:p14="http://schemas.microsoft.com/office/powerpoint/2010/main" val="382713920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err="1"/>
              <a:t>Aurisys</a:t>
            </a:r>
            <a:r>
              <a:rPr lang="en-US" dirty="0"/>
              <a:t> API list</a:t>
            </a:r>
          </a:p>
        </p:txBody>
      </p:sp>
      <p:sp>
        <p:nvSpPr>
          <p:cNvPr id="3" name="內容版面配置區 2"/>
          <p:cNvSpPr>
            <a:spLocks noGrp="1"/>
          </p:cNvSpPr>
          <p:nvPr>
            <p:ph idx="1"/>
          </p:nvPr>
        </p:nvSpPr>
        <p:spPr/>
        <p:txBody>
          <a:bodyPr/>
          <a:lstStyle/>
          <a:p>
            <a:r>
              <a:rPr lang="en-US" dirty="0"/>
              <a:t>ARSI-PROC APIs</a:t>
            </a:r>
          </a:p>
          <a:p>
            <a:r>
              <a:rPr lang="en-US" dirty="0"/>
              <a:t>ARSI-PAR APIs</a:t>
            </a:r>
          </a:p>
        </p:txBody>
      </p:sp>
      <p:sp>
        <p:nvSpPr>
          <p:cNvPr id="4" name="投影片編號版面配置區 3"/>
          <p:cNvSpPr>
            <a:spLocks noGrp="1"/>
          </p:cNvSpPr>
          <p:nvPr>
            <p:ph type="sldNum" sz="quarter" idx="12"/>
          </p:nvPr>
        </p:nvSpPr>
        <p:spPr/>
        <p:txBody>
          <a:bodyPr/>
          <a:lstStyle/>
          <a:p>
            <a:fld id="{5157DEA8-FBF5-4ADB-B880-CDCFE3CE5324}" type="slidenum">
              <a:rPr lang="en-US" smtClean="0"/>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457200" y="116632"/>
            <a:ext cx="8229600" cy="1134535"/>
          </a:xfrm>
        </p:spPr>
        <p:txBody>
          <a:bodyPr/>
          <a:lstStyle/>
          <a:p>
            <a:r>
              <a:rPr lang="en-US" dirty="0"/>
              <a:t>ARSI-PROC APIs</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1437618144"/>
              </p:ext>
            </p:extLst>
          </p:nvPr>
        </p:nvGraphicFramePr>
        <p:xfrm>
          <a:off x="683568" y="748619"/>
          <a:ext cx="7992888" cy="5992749"/>
        </p:xfrm>
        <a:graphic>
          <a:graphicData uri="http://schemas.openxmlformats.org/drawingml/2006/table">
            <a:tbl>
              <a:tblPr firstRow="1" bandRow="1" bandCol="1">
                <a:tableStyleId>{69012ECD-51FC-41F1-AA8D-1B2483CD663E}</a:tableStyleId>
              </a:tblPr>
              <a:tblGrid>
                <a:gridCol w="2736304">
                  <a:extLst>
                    <a:ext uri="{9D8B030D-6E8A-4147-A177-3AD203B41FA5}">
                      <a16:colId xmlns:a16="http://schemas.microsoft.com/office/drawing/2014/main" val="20000"/>
                    </a:ext>
                  </a:extLst>
                </a:gridCol>
                <a:gridCol w="5256584">
                  <a:extLst>
                    <a:ext uri="{9D8B030D-6E8A-4147-A177-3AD203B41FA5}">
                      <a16:colId xmlns:a16="http://schemas.microsoft.com/office/drawing/2014/main" val="20001"/>
                    </a:ext>
                  </a:extLst>
                </a:gridCol>
              </a:tblGrid>
              <a:tr h="0">
                <a:tc>
                  <a:txBody>
                    <a:bodyPr/>
                    <a:lstStyle/>
                    <a:p>
                      <a:pPr marL="0" marR="0" algn="just">
                        <a:lnSpc>
                          <a:spcPct val="125000"/>
                        </a:lnSpc>
                        <a:spcBef>
                          <a:spcPts val="0"/>
                        </a:spcBef>
                        <a:spcAft>
                          <a:spcPts val="0"/>
                        </a:spcAft>
                      </a:pPr>
                      <a:r>
                        <a:rPr lang="en-US" sz="1200" kern="0" dirty="0"/>
                        <a:t>Functions</a:t>
                      </a:r>
                      <a:endParaRPr lang="en-US" sz="1200" kern="100" dirty="0">
                        <a:latin typeface="Calibri"/>
                        <a:ea typeface="Arial"/>
                        <a:cs typeface="Times New Roman"/>
                      </a:endParaRPr>
                    </a:p>
                  </a:txBody>
                  <a:tcPr marL="73025" marR="73025" marT="36830" marB="36830"/>
                </a:tc>
                <a:tc>
                  <a:txBody>
                    <a:bodyPr/>
                    <a:lstStyle/>
                    <a:p>
                      <a:pPr marL="0" marR="0" algn="just">
                        <a:lnSpc>
                          <a:spcPct val="125000"/>
                        </a:lnSpc>
                        <a:spcBef>
                          <a:spcPts val="0"/>
                        </a:spcBef>
                        <a:spcAft>
                          <a:spcPts val="0"/>
                        </a:spcAft>
                      </a:pPr>
                      <a:r>
                        <a:rPr lang="en-US" sz="1200" kern="0"/>
                        <a:t>Description </a:t>
                      </a:r>
                      <a:endParaRPr lang="en-US" sz="1200" kern="100">
                        <a:latin typeface="Calibri"/>
                        <a:ea typeface="Arial"/>
                        <a:cs typeface="Times New Roman"/>
                      </a:endParaRPr>
                    </a:p>
                  </a:txBody>
                  <a:tcPr marL="73025" marR="73025" marT="36830" marB="36830"/>
                </a:tc>
                <a:extLst>
                  <a:ext uri="{0D108BD9-81ED-4DB2-BD59-A6C34878D82A}">
                    <a16:rowId xmlns:a16="http://schemas.microsoft.com/office/drawing/2014/main" val="10000"/>
                  </a:ext>
                </a:extLst>
              </a:tr>
              <a:tr h="0">
                <a:tc>
                  <a:txBody>
                    <a:bodyPr/>
                    <a:lstStyle/>
                    <a:p>
                      <a:pPr marL="0" marR="0" algn="just">
                        <a:lnSpc>
                          <a:spcPct val="125000"/>
                        </a:lnSpc>
                        <a:spcBef>
                          <a:spcPts val="0"/>
                        </a:spcBef>
                        <a:spcAft>
                          <a:spcPts val="0"/>
                        </a:spcAft>
                      </a:pPr>
                      <a:r>
                        <a:rPr lang="en-US" sz="1200" b="1" kern="100" dirty="0" err="1">
                          <a:solidFill>
                            <a:srgbClr val="FF0000"/>
                          </a:solidFill>
                        </a:rPr>
                        <a:t>arsi_query_working_buf_size</a:t>
                      </a:r>
                      <a:endParaRPr lang="en-US" sz="1200" b="1" kern="100" dirty="0">
                        <a:solidFill>
                          <a:srgbClr val="FF0000"/>
                        </a:solidFill>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Query the size of the working buffer</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1"/>
                  </a:ext>
                </a:extLst>
              </a:tr>
              <a:tr h="0">
                <a:tc>
                  <a:txBody>
                    <a:bodyPr/>
                    <a:lstStyle/>
                    <a:p>
                      <a:pPr marL="0" marR="0" algn="just">
                        <a:lnSpc>
                          <a:spcPct val="125000"/>
                        </a:lnSpc>
                        <a:spcBef>
                          <a:spcPts val="0"/>
                        </a:spcBef>
                        <a:spcAft>
                          <a:spcPts val="0"/>
                        </a:spcAft>
                      </a:pPr>
                      <a:r>
                        <a:rPr lang="en-US" sz="1200" b="1" kern="100" dirty="0" err="1">
                          <a:solidFill>
                            <a:srgbClr val="FF0000"/>
                          </a:solidFill>
                          <a:latin typeface="+mn-lt"/>
                          <a:ea typeface="Arial"/>
                          <a:cs typeface="Times New Roman"/>
                        </a:rPr>
                        <a:t>arsi_query_process_unit_bytes</a:t>
                      </a:r>
                      <a:endParaRPr lang="en-US" sz="1200" b="1" kern="100" dirty="0">
                        <a:solidFill>
                          <a:srgbClr val="FF0000"/>
                        </a:solidFill>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100" dirty="0">
                          <a:latin typeface="+mn-lt"/>
                          <a:ea typeface="Arial"/>
                          <a:cs typeface="Times New Roman"/>
                        </a:rPr>
                        <a:t>Query the basic data consumption for uplink/downlink processing</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2"/>
                  </a:ext>
                </a:extLst>
              </a:tr>
              <a:tr h="0">
                <a:tc>
                  <a:txBody>
                    <a:bodyPr/>
                    <a:lstStyle/>
                    <a:p>
                      <a:pPr marL="0" marR="0" algn="just">
                        <a:lnSpc>
                          <a:spcPct val="125000"/>
                        </a:lnSpc>
                        <a:spcBef>
                          <a:spcPts val="0"/>
                        </a:spcBef>
                        <a:spcAft>
                          <a:spcPts val="0"/>
                        </a:spcAft>
                      </a:pPr>
                      <a:r>
                        <a:rPr lang="en-US" sz="1200" b="1" kern="100" dirty="0" err="1">
                          <a:solidFill>
                            <a:srgbClr val="FF0000"/>
                          </a:solidFill>
                        </a:rPr>
                        <a:t>arsi_create_handler</a:t>
                      </a:r>
                      <a:endParaRPr lang="en-US" sz="1200" b="1" kern="100" dirty="0">
                        <a:solidFill>
                          <a:srgbClr val="FF0000"/>
                        </a:solidFill>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Create handler and initialize it</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3"/>
                  </a:ext>
                </a:extLst>
              </a:tr>
              <a:tr h="0">
                <a:tc>
                  <a:txBody>
                    <a:bodyPr/>
                    <a:lstStyle/>
                    <a:p>
                      <a:pPr marL="0" marR="0" algn="just">
                        <a:lnSpc>
                          <a:spcPct val="125000"/>
                        </a:lnSpc>
                        <a:spcBef>
                          <a:spcPts val="0"/>
                        </a:spcBef>
                        <a:spcAft>
                          <a:spcPts val="0"/>
                        </a:spcAft>
                      </a:pPr>
                      <a:r>
                        <a:rPr lang="en-US" sz="1200" b="1" kern="100" dirty="0" err="1">
                          <a:solidFill>
                            <a:srgbClr val="FF0000"/>
                          </a:solidFill>
                        </a:rPr>
                        <a:t>arsi_process_ul_buf</a:t>
                      </a:r>
                      <a:endParaRPr lang="en-US" sz="1200" b="1" kern="100" dirty="0">
                        <a:solidFill>
                          <a:srgbClr val="FF0000"/>
                        </a:solidFill>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Processing microphone/uplink data</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4"/>
                  </a:ext>
                </a:extLst>
              </a:tr>
              <a:tr h="0">
                <a:tc>
                  <a:txBody>
                    <a:bodyPr/>
                    <a:lstStyle/>
                    <a:p>
                      <a:pPr marL="0" marR="0" algn="just">
                        <a:lnSpc>
                          <a:spcPct val="125000"/>
                        </a:lnSpc>
                        <a:spcBef>
                          <a:spcPts val="0"/>
                        </a:spcBef>
                        <a:spcAft>
                          <a:spcPts val="0"/>
                        </a:spcAft>
                      </a:pPr>
                      <a:r>
                        <a:rPr lang="en-US" sz="1200" b="1" kern="100" dirty="0" err="1">
                          <a:solidFill>
                            <a:srgbClr val="FF0000"/>
                          </a:solidFill>
                        </a:rPr>
                        <a:t>arsi_process_dl_buf</a:t>
                      </a:r>
                      <a:endParaRPr lang="en-US" sz="1200" b="1" kern="100" dirty="0">
                        <a:solidFill>
                          <a:srgbClr val="FF0000"/>
                        </a:solidFill>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Processing playback/downlink data</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5"/>
                  </a:ext>
                </a:extLst>
              </a:tr>
              <a:tr h="0">
                <a:tc>
                  <a:txBody>
                    <a:bodyPr/>
                    <a:lstStyle/>
                    <a:p>
                      <a:pPr marL="0" marR="0" algn="just">
                        <a:lnSpc>
                          <a:spcPct val="125000"/>
                        </a:lnSpc>
                        <a:spcBef>
                          <a:spcPts val="0"/>
                        </a:spcBef>
                        <a:spcAft>
                          <a:spcPts val="0"/>
                        </a:spcAft>
                      </a:pPr>
                      <a:r>
                        <a:rPr lang="en-US" sz="1200" kern="100" dirty="0" err="1"/>
                        <a:t>arsi_destroy_handler</a:t>
                      </a:r>
                      <a:endParaRPr lang="en-US" sz="120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err="1"/>
                        <a:t>Deinitialize</a:t>
                      </a:r>
                      <a:r>
                        <a:rPr lang="en-US" sz="1200" kern="0" dirty="0"/>
                        <a:t> handler and destroy it (no need to free the working buffer)</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6"/>
                  </a:ext>
                </a:extLst>
              </a:tr>
              <a:tr h="0">
                <a:tc>
                  <a:txBody>
                    <a:bodyPr/>
                    <a:lstStyle/>
                    <a:p>
                      <a:pPr marL="0" marR="0" algn="just">
                        <a:lnSpc>
                          <a:spcPct val="125000"/>
                        </a:lnSpc>
                        <a:spcBef>
                          <a:spcPts val="0"/>
                        </a:spcBef>
                        <a:spcAft>
                          <a:spcPts val="0"/>
                        </a:spcAft>
                      </a:pPr>
                      <a:r>
                        <a:rPr lang="en-US" sz="1200" kern="100"/>
                        <a:t>arsi_update_device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Update task device info</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7"/>
                  </a:ext>
                </a:extLst>
              </a:tr>
              <a:tr h="0">
                <a:tc>
                  <a:txBody>
                    <a:bodyPr/>
                    <a:lstStyle/>
                    <a:p>
                      <a:pPr marL="0" marR="0" algn="just">
                        <a:lnSpc>
                          <a:spcPct val="125000"/>
                        </a:lnSpc>
                        <a:spcBef>
                          <a:spcPts val="0"/>
                        </a:spcBef>
                        <a:spcAft>
                          <a:spcPts val="0"/>
                        </a:spcAft>
                      </a:pPr>
                      <a:r>
                        <a:rPr lang="en-US" sz="1200" kern="100" dirty="0" err="1"/>
                        <a:t>arsi_update_param</a:t>
                      </a:r>
                      <a:endParaRPr lang="en-US" sz="120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Update enhancement parameters</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8"/>
                  </a:ext>
                </a:extLst>
              </a:tr>
              <a:tr h="0">
                <a:tc>
                  <a:txBody>
                    <a:bodyPr/>
                    <a:lstStyle/>
                    <a:p>
                      <a:pPr marL="0" marR="0" algn="just">
                        <a:lnSpc>
                          <a:spcPct val="125000"/>
                        </a:lnSpc>
                        <a:spcBef>
                          <a:spcPts val="0"/>
                        </a:spcBef>
                        <a:spcAft>
                          <a:spcPts val="0"/>
                        </a:spcAft>
                      </a:pPr>
                      <a:r>
                        <a:rPr lang="en-US" sz="1200" kern="100"/>
                        <a:t>arsi_set_ul_digital_gain</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Set uplink digital gain</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09"/>
                  </a:ext>
                </a:extLst>
              </a:tr>
              <a:tr h="0">
                <a:tc>
                  <a:txBody>
                    <a:bodyPr/>
                    <a:lstStyle/>
                    <a:p>
                      <a:pPr marL="0" marR="0" algn="just">
                        <a:lnSpc>
                          <a:spcPct val="125000"/>
                        </a:lnSpc>
                        <a:spcBef>
                          <a:spcPts val="0"/>
                        </a:spcBef>
                        <a:spcAft>
                          <a:spcPts val="0"/>
                        </a:spcAft>
                      </a:pPr>
                      <a:r>
                        <a:rPr lang="en-US" sz="1200" kern="100"/>
                        <a:t>arsi_set_dl_digital_gain</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Set downlink digital gain</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0"/>
                  </a:ext>
                </a:extLst>
              </a:tr>
              <a:tr h="0">
                <a:tc>
                  <a:txBody>
                    <a:bodyPr/>
                    <a:lstStyle/>
                    <a:p>
                      <a:pPr marL="0" marR="0" algn="just">
                        <a:lnSpc>
                          <a:spcPct val="125000"/>
                        </a:lnSpc>
                        <a:spcBef>
                          <a:spcPts val="0"/>
                        </a:spcBef>
                        <a:spcAft>
                          <a:spcPts val="0"/>
                        </a:spcAft>
                      </a:pPr>
                      <a:r>
                        <a:rPr lang="en-US" sz="1200" kern="100"/>
                        <a:t>arsi_set_ul_mute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Mute/</a:t>
                      </a:r>
                      <a:r>
                        <a:rPr lang="en-US" sz="1200" kern="0" dirty="0" err="1"/>
                        <a:t>unmute</a:t>
                      </a:r>
                      <a:r>
                        <a:rPr lang="en-US" sz="1200" kern="0" dirty="0"/>
                        <a:t> uplink</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1"/>
                  </a:ext>
                </a:extLst>
              </a:tr>
              <a:tr h="0">
                <a:tc>
                  <a:txBody>
                    <a:bodyPr/>
                    <a:lstStyle/>
                    <a:p>
                      <a:pPr marL="0" marR="0" algn="just">
                        <a:lnSpc>
                          <a:spcPct val="125000"/>
                        </a:lnSpc>
                        <a:spcBef>
                          <a:spcPts val="0"/>
                        </a:spcBef>
                        <a:spcAft>
                          <a:spcPts val="0"/>
                        </a:spcAft>
                      </a:pPr>
                      <a:r>
                        <a:rPr lang="en-US" sz="1200" kern="100"/>
                        <a:t>arsi_set_dl_mute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Mute/</a:t>
                      </a:r>
                      <a:r>
                        <a:rPr lang="en-US" sz="1200" kern="0" dirty="0" err="1"/>
                        <a:t>unmute</a:t>
                      </a:r>
                      <a:r>
                        <a:rPr lang="en-US" sz="1200" kern="0" dirty="0"/>
                        <a:t> downlink</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2"/>
                  </a:ext>
                </a:extLst>
              </a:tr>
              <a:tr h="0">
                <a:tc>
                  <a:txBody>
                    <a:bodyPr/>
                    <a:lstStyle/>
                    <a:p>
                      <a:pPr marL="0" marR="0" algn="just">
                        <a:lnSpc>
                          <a:spcPct val="125000"/>
                        </a:lnSpc>
                        <a:spcBef>
                          <a:spcPts val="0"/>
                        </a:spcBef>
                        <a:spcAft>
                          <a:spcPts val="0"/>
                        </a:spcAft>
                      </a:pPr>
                      <a:r>
                        <a:rPr lang="en-US" sz="1200" kern="100"/>
                        <a:t>arsi_set_ul_enhance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Enable/disable uplink enhancement function</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3"/>
                  </a:ext>
                </a:extLst>
              </a:tr>
              <a:tr h="0">
                <a:tc>
                  <a:txBody>
                    <a:bodyPr/>
                    <a:lstStyle/>
                    <a:p>
                      <a:pPr marL="0" marR="0" algn="just">
                        <a:lnSpc>
                          <a:spcPct val="125000"/>
                        </a:lnSpc>
                        <a:spcBef>
                          <a:spcPts val="0"/>
                        </a:spcBef>
                        <a:spcAft>
                          <a:spcPts val="0"/>
                        </a:spcAft>
                      </a:pPr>
                      <a:r>
                        <a:rPr lang="en-US" sz="1200" kern="100"/>
                        <a:t>arsi_set_dl_enhance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Enable/disable downlink enhancement function</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4"/>
                  </a:ext>
                </a:extLst>
              </a:tr>
              <a:tr h="0">
                <a:tc>
                  <a:txBody>
                    <a:bodyPr/>
                    <a:lstStyle/>
                    <a:p>
                      <a:pPr marL="0" marR="0" algn="just">
                        <a:lnSpc>
                          <a:spcPct val="125000"/>
                        </a:lnSpc>
                        <a:spcBef>
                          <a:spcPts val="0"/>
                        </a:spcBef>
                        <a:spcAft>
                          <a:spcPts val="0"/>
                        </a:spcAft>
                      </a:pPr>
                      <a:r>
                        <a:rPr lang="en-US" sz="1200" b="0" kern="100" dirty="0" err="1"/>
                        <a:t>arsi_set_debug_log_fp</a:t>
                      </a:r>
                      <a:endParaRPr lang="en-US" sz="1200" b="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Set debug log print callback function</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5"/>
                  </a:ext>
                </a:extLst>
              </a:tr>
              <a:tr h="0">
                <a:tc>
                  <a:txBody>
                    <a:bodyPr/>
                    <a:lstStyle/>
                    <a:p>
                      <a:pPr marL="0" marR="0" algn="just">
                        <a:lnSpc>
                          <a:spcPct val="125000"/>
                        </a:lnSpc>
                        <a:spcBef>
                          <a:spcPts val="0"/>
                        </a:spcBef>
                        <a:spcAft>
                          <a:spcPts val="0"/>
                        </a:spcAft>
                      </a:pPr>
                      <a:r>
                        <a:rPr lang="en-US" sz="1200" b="0" kern="100" dirty="0" err="1">
                          <a:latin typeface="+mn-lt"/>
                          <a:ea typeface="Arial"/>
                          <a:cs typeface="Times New Roman"/>
                        </a:rPr>
                        <a:t>arsi_query_max_debug_dump_buf_size</a:t>
                      </a:r>
                      <a:endParaRPr lang="en-US" sz="1200" b="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100" dirty="0">
                          <a:latin typeface="Calibri"/>
                          <a:ea typeface="Arial"/>
                          <a:cs typeface="Times New Roman"/>
                        </a:rPr>
                        <a:t>Query the size of dump </a:t>
                      </a:r>
                      <a:r>
                        <a:rPr lang="en-US" sz="1200" kern="100" dirty="0" err="1">
                          <a:latin typeface="Calibri"/>
                          <a:ea typeface="Arial"/>
                          <a:cs typeface="Times New Roman"/>
                        </a:rPr>
                        <a:t>buf</a:t>
                      </a:r>
                      <a:r>
                        <a:rPr lang="en-US" sz="1200" kern="100" dirty="0">
                          <a:latin typeface="Calibri"/>
                          <a:ea typeface="Arial"/>
                          <a:cs typeface="Times New Roman"/>
                        </a:rPr>
                        <a:t> file for each</a:t>
                      </a:r>
                      <a:r>
                        <a:rPr lang="en-US" sz="1200" kern="100" baseline="0" dirty="0">
                          <a:latin typeface="Calibri"/>
                          <a:ea typeface="Arial"/>
                          <a:cs typeface="Times New Roman"/>
                        </a:rPr>
                        <a:t> downlink/uplink processing</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0016"/>
                  </a:ext>
                </a:extLst>
              </a:tr>
              <a:tr h="0">
                <a:tc>
                  <a:txBody>
                    <a:bodyPr/>
                    <a:lstStyle/>
                    <a:p>
                      <a:pPr marL="0" marR="0" algn="just">
                        <a:lnSpc>
                          <a:spcPct val="125000"/>
                        </a:lnSpc>
                        <a:spcBef>
                          <a:spcPts val="0"/>
                        </a:spcBef>
                        <a:spcAft>
                          <a:spcPts val="0"/>
                        </a:spcAft>
                      </a:pPr>
                      <a:r>
                        <a:rPr lang="en-US" sz="1200" kern="100" dirty="0" err="1"/>
                        <a:t>arsi_set_addr_value</a:t>
                      </a:r>
                      <a:endParaRPr lang="en-US" sz="120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Set value at a specified address</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610753886"/>
                  </a:ext>
                </a:extLst>
              </a:tr>
              <a:tr h="0">
                <a:tc>
                  <a:txBody>
                    <a:bodyPr/>
                    <a:lstStyle/>
                    <a:p>
                      <a:pPr marL="0" marR="0" algn="just">
                        <a:lnSpc>
                          <a:spcPct val="125000"/>
                        </a:lnSpc>
                        <a:spcBef>
                          <a:spcPts val="0"/>
                        </a:spcBef>
                        <a:spcAft>
                          <a:spcPts val="0"/>
                        </a:spcAft>
                      </a:pPr>
                      <a:r>
                        <a:rPr lang="en-US" sz="1200" kern="100"/>
                        <a:t>arsi_get_addr_value</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Get value from the specified address</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2413107143"/>
                  </a:ext>
                </a:extLst>
              </a:tr>
              <a:tr h="0">
                <a:tc>
                  <a:txBody>
                    <a:bodyPr/>
                    <a:lstStyle/>
                    <a:p>
                      <a:pPr marL="0" marR="0" algn="just">
                        <a:lnSpc>
                          <a:spcPct val="125000"/>
                        </a:lnSpc>
                        <a:spcBef>
                          <a:spcPts val="0"/>
                        </a:spcBef>
                        <a:spcAft>
                          <a:spcPts val="0"/>
                        </a:spcAft>
                      </a:pPr>
                      <a:r>
                        <a:rPr lang="en-US" sz="1200" kern="100"/>
                        <a:t>arsi_set_key_value_pair</a:t>
                      </a:r>
                      <a:endParaRPr lang="en-US" sz="1200" kern="10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set </a:t>
                      </a:r>
                      <a:r>
                        <a:rPr lang="en-US" sz="1200" kern="0" dirty="0" err="1"/>
                        <a:t>key_value</a:t>
                      </a:r>
                      <a:r>
                        <a:rPr lang="en-US" sz="1200" kern="0" dirty="0"/>
                        <a:t> string to library</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1201032490"/>
                  </a:ext>
                </a:extLst>
              </a:tr>
              <a:tr h="0">
                <a:tc>
                  <a:txBody>
                    <a:bodyPr/>
                    <a:lstStyle/>
                    <a:p>
                      <a:pPr marL="0" marR="0" algn="just">
                        <a:lnSpc>
                          <a:spcPct val="125000"/>
                        </a:lnSpc>
                        <a:spcBef>
                          <a:spcPts val="0"/>
                        </a:spcBef>
                        <a:spcAft>
                          <a:spcPts val="0"/>
                        </a:spcAft>
                      </a:pPr>
                      <a:r>
                        <a:rPr lang="en-US" sz="1200" kern="100" dirty="0" err="1"/>
                        <a:t>arsi_get_key_value_pair</a:t>
                      </a:r>
                      <a:endParaRPr lang="en-US" sz="1200" kern="100" dirty="0">
                        <a:latin typeface="Calibri"/>
                        <a:ea typeface="Arial"/>
                        <a:cs typeface="Times New Roman"/>
                      </a:endParaRPr>
                    </a:p>
                  </a:txBody>
                  <a:tcPr marL="73025" marR="73025" marT="36830" marB="36830" anchor="ctr">
                    <a:solidFill>
                      <a:schemeClr val="bg1"/>
                    </a:solidFill>
                  </a:tcPr>
                </a:tc>
                <a:tc>
                  <a:txBody>
                    <a:bodyPr/>
                    <a:lstStyle/>
                    <a:p>
                      <a:pPr marL="0" marR="0" algn="just">
                        <a:lnSpc>
                          <a:spcPct val="125000"/>
                        </a:lnSpc>
                        <a:spcBef>
                          <a:spcPts val="0"/>
                        </a:spcBef>
                        <a:spcAft>
                          <a:spcPts val="0"/>
                        </a:spcAft>
                      </a:pPr>
                      <a:r>
                        <a:rPr lang="en-US" sz="1200" kern="0" dirty="0"/>
                        <a:t>get </a:t>
                      </a:r>
                      <a:r>
                        <a:rPr lang="en-US" sz="1200" kern="0" dirty="0" err="1"/>
                        <a:t>key_value</a:t>
                      </a:r>
                      <a:r>
                        <a:rPr lang="en-US" sz="1200" kern="0" dirty="0"/>
                        <a:t> string from library</a:t>
                      </a:r>
                      <a:endParaRPr lang="en-US" sz="1200" kern="100" dirty="0">
                        <a:latin typeface="Calibri"/>
                        <a:ea typeface="Arial"/>
                        <a:cs typeface="Times New Roman"/>
                      </a:endParaRPr>
                    </a:p>
                  </a:txBody>
                  <a:tcPr marL="73025" marR="73025" marT="36830" marB="36830" anchor="ctr">
                    <a:solidFill>
                      <a:schemeClr val="bg1"/>
                    </a:solidFill>
                  </a:tcPr>
                </a:tc>
                <a:extLst>
                  <a:ext uri="{0D108BD9-81ED-4DB2-BD59-A6C34878D82A}">
                    <a16:rowId xmlns:a16="http://schemas.microsoft.com/office/drawing/2014/main" val="2286441422"/>
                  </a:ext>
                </a:extLst>
              </a:tr>
            </a:tbl>
          </a:graphicData>
        </a:graphic>
      </p:graphicFrame>
      <p:sp>
        <p:nvSpPr>
          <p:cNvPr id="3" name="投影片編號版面配置區 2"/>
          <p:cNvSpPr>
            <a:spLocks noGrp="1"/>
          </p:cNvSpPr>
          <p:nvPr>
            <p:ph type="sldNum" sz="quarter" idx="12"/>
          </p:nvPr>
        </p:nvSpPr>
        <p:spPr>
          <a:xfrm>
            <a:off x="7930374" y="6368203"/>
            <a:ext cx="1060116" cy="365125"/>
          </a:xfrm>
        </p:spPr>
        <p:txBody>
          <a:bodyPr/>
          <a:lstStyle/>
          <a:p>
            <a:fld id="{5157DEA8-FBF5-4ADB-B880-CDCFE3CE5324}" type="slidenum">
              <a:rPr lang="en-US" smtClean="0"/>
              <a:pPr/>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dirty="0"/>
              <a:t>ARSI-PAR APIs</a:t>
            </a:r>
          </a:p>
        </p:txBody>
      </p:sp>
      <p:graphicFrame>
        <p:nvGraphicFramePr>
          <p:cNvPr id="4" name="內容版面配置區 3"/>
          <p:cNvGraphicFramePr>
            <a:graphicFrameLocks noGrp="1"/>
          </p:cNvGraphicFramePr>
          <p:nvPr>
            <p:ph idx="1"/>
            <p:extLst>
              <p:ext uri="{D42A27DB-BD31-4B8C-83A1-F6EECF244321}">
                <p14:modId xmlns:p14="http://schemas.microsoft.com/office/powerpoint/2010/main" val="4052651567"/>
              </p:ext>
            </p:extLst>
          </p:nvPr>
        </p:nvGraphicFramePr>
        <p:xfrm>
          <a:off x="1043608" y="1558920"/>
          <a:ext cx="7344816" cy="2532011"/>
        </p:xfrm>
        <a:graphic>
          <a:graphicData uri="http://schemas.openxmlformats.org/drawingml/2006/table">
            <a:tbl>
              <a:tblPr firstRow="1" bandRow="1" bandCol="1">
                <a:tableStyleId>{69012ECD-51FC-41F1-AA8D-1B2483CD663E}</a:tableStyleId>
              </a:tblPr>
              <a:tblGrid>
                <a:gridCol w="2132939">
                  <a:extLst>
                    <a:ext uri="{9D8B030D-6E8A-4147-A177-3AD203B41FA5}">
                      <a16:colId xmlns:a16="http://schemas.microsoft.com/office/drawing/2014/main" val="20000"/>
                    </a:ext>
                  </a:extLst>
                </a:gridCol>
                <a:gridCol w="5211877">
                  <a:extLst>
                    <a:ext uri="{9D8B030D-6E8A-4147-A177-3AD203B41FA5}">
                      <a16:colId xmlns:a16="http://schemas.microsoft.com/office/drawing/2014/main" val="20001"/>
                    </a:ext>
                  </a:extLst>
                </a:gridCol>
              </a:tblGrid>
              <a:tr h="0">
                <a:tc>
                  <a:txBody>
                    <a:bodyPr/>
                    <a:lstStyle/>
                    <a:p>
                      <a:pPr marL="0" marR="0" algn="just">
                        <a:lnSpc>
                          <a:spcPct val="125000"/>
                        </a:lnSpc>
                        <a:spcBef>
                          <a:spcPts val="0"/>
                        </a:spcBef>
                        <a:spcAft>
                          <a:spcPts val="0"/>
                        </a:spcAft>
                      </a:pPr>
                      <a:r>
                        <a:rPr lang="en-US" sz="1200" kern="100"/>
                        <a:t>  </a:t>
                      </a:r>
                      <a:r>
                        <a:rPr lang="en-US" sz="1200" kern="0"/>
                        <a:t>Functions</a:t>
                      </a:r>
                      <a:endParaRPr lang="en-US" sz="1200" kern="100" dirty="0">
                        <a:latin typeface="Calibri"/>
                        <a:ea typeface="Arial"/>
                        <a:cs typeface="Times New Roman"/>
                      </a:endParaRPr>
                    </a:p>
                  </a:txBody>
                  <a:tcPr marL="73025" marR="73025" marT="36830" marB="36830"/>
                </a:tc>
                <a:tc>
                  <a:txBody>
                    <a:bodyPr/>
                    <a:lstStyle/>
                    <a:p>
                      <a:pPr marL="0" marR="0" algn="just">
                        <a:lnSpc>
                          <a:spcPct val="125000"/>
                        </a:lnSpc>
                        <a:spcBef>
                          <a:spcPts val="0"/>
                        </a:spcBef>
                        <a:spcAft>
                          <a:spcPts val="0"/>
                        </a:spcAft>
                      </a:pPr>
                      <a:r>
                        <a:rPr lang="en-US" sz="1200" kern="0"/>
                        <a:t>Description </a:t>
                      </a:r>
                      <a:endParaRPr lang="en-US" sz="1200" kern="100" dirty="0">
                        <a:latin typeface="Calibri"/>
                        <a:ea typeface="Arial"/>
                        <a:cs typeface="Times New Roman"/>
                      </a:endParaRPr>
                    </a:p>
                  </a:txBody>
                  <a:tcPr marL="73025" marR="73025" marT="36830" marB="36830"/>
                </a:tc>
                <a:extLst>
                  <a:ext uri="{0D108BD9-81ED-4DB2-BD59-A6C34878D82A}">
                    <a16:rowId xmlns:a16="http://schemas.microsoft.com/office/drawing/2014/main" val="10000"/>
                  </a:ext>
                </a:extLst>
              </a:tr>
              <a:tr h="0">
                <a:tc>
                  <a:txBody>
                    <a:bodyPr/>
                    <a:lstStyle/>
                    <a:p>
                      <a:pPr marL="0" marR="0" algn="l">
                        <a:lnSpc>
                          <a:spcPct val="125000"/>
                        </a:lnSpc>
                        <a:spcBef>
                          <a:spcPts val="0"/>
                        </a:spcBef>
                        <a:spcAft>
                          <a:spcPts val="0"/>
                        </a:spcAft>
                      </a:pPr>
                      <a:r>
                        <a:rPr lang="en-US" sz="1200" b="1" kern="100">
                          <a:solidFill>
                            <a:srgbClr val="FF0000"/>
                          </a:solidFill>
                          <a:latin typeface="+mn-lt"/>
                          <a:ea typeface="Arial"/>
                          <a:cs typeface="Times New Roman"/>
                        </a:rPr>
                        <a:t>arsi_load_param</a:t>
                      </a:r>
                      <a:endParaRPr lang="en-US" sz="1200" b="1" kern="100" dirty="0">
                        <a:solidFill>
                          <a:srgbClr val="FF0000"/>
                        </a:solidFill>
                        <a:latin typeface="Calibri"/>
                        <a:ea typeface="Arial"/>
                        <a:cs typeface="Times New Roman"/>
                      </a:endParaRPr>
                    </a:p>
                  </a:txBody>
                  <a:tcPr marL="73025" marR="73025" marT="36830" marB="36830" anchor="ctr"/>
                </a:tc>
                <a:tc>
                  <a:txBody>
                    <a:bodyPr/>
                    <a:lstStyle/>
                    <a:p>
                      <a:pPr marL="0" marR="0" algn="just">
                        <a:lnSpc>
                          <a:spcPct val="125000"/>
                        </a:lnSpc>
                        <a:spcBef>
                          <a:spcPts val="0"/>
                        </a:spcBef>
                        <a:spcAft>
                          <a:spcPts val="0"/>
                        </a:spcAft>
                        <a:buFont typeface="Arial" pitchFamily="34" charset="0"/>
                        <a:buChar char="•"/>
                      </a:pPr>
                      <a:r>
                        <a:rPr lang="en-US" sz="1200" kern="100">
                          <a:latin typeface="+mn-lt"/>
                          <a:ea typeface="Arial"/>
                          <a:cs typeface="Times New Roman"/>
                        </a:rPr>
                        <a:t>This  function</a:t>
                      </a:r>
                      <a:r>
                        <a:rPr lang="en-US" sz="1200" kern="100" baseline="0">
                          <a:latin typeface="+mn-lt"/>
                          <a:ea typeface="Arial"/>
                          <a:cs typeface="Times New Roman"/>
                        </a:rPr>
                        <a:t> will only called once when device boot up.</a:t>
                      </a:r>
                      <a:endParaRPr lang="en-US" sz="1200" kern="100">
                        <a:latin typeface="+mn-lt"/>
                        <a:ea typeface="Arial"/>
                        <a:cs typeface="Times New Roman"/>
                      </a:endParaRPr>
                    </a:p>
                    <a:p>
                      <a:pPr marL="0" marR="0" algn="just">
                        <a:lnSpc>
                          <a:spcPct val="125000"/>
                        </a:lnSpc>
                        <a:spcBef>
                          <a:spcPts val="0"/>
                        </a:spcBef>
                        <a:spcAft>
                          <a:spcPts val="0"/>
                        </a:spcAft>
                        <a:buFont typeface="Arial" pitchFamily="34" charset="0"/>
                        <a:buChar char="•"/>
                      </a:pPr>
                      <a:r>
                        <a:rPr lang="en-US" sz="1200" kern="100">
                          <a:latin typeface="+mn-lt"/>
                          <a:ea typeface="Arial"/>
                          <a:cs typeface="Times New Roman"/>
                        </a:rPr>
                        <a:t>Load the parameter file content</a:t>
                      </a:r>
                      <a:r>
                        <a:rPr lang="en-US" sz="1200" kern="100" baseline="0">
                          <a:latin typeface="+mn-lt"/>
                          <a:ea typeface="Arial"/>
                          <a:cs typeface="Times New Roman"/>
                        </a:rPr>
                        <a:t> into memory</a:t>
                      </a:r>
                    </a:p>
                    <a:p>
                      <a:pPr marL="0" marR="0" algn="just">
                        <a:lnSpc>
                          <a:spcPct val="125000"/>
                        </a:lnSpc>
                        <a:spcBef>
                          <a:spcPts val="0"/>
                        </a:spcBef>
                        <a:spcAft>
                          <a:spcPts val="0"/>
                        </a:spcAft>
                        <a:buFont typeface="Arial" pitchFamily="34" charset="0"/>
                        <a:buChar char="•"/>
                      </a:pPr>
                      <a:r>
                        <a:rPr lang="en-US" sz="1200" kern="100" baseline="0">
                          <a:latin typeface="+mn-lt"/>
                          <a:ea typeface="Arial"/>
                          <a:cs typeface="Times New Roman"/>
                        </a:rPr>
                        <a:t>Library can retrieve the parameter buffer from memory without any file I/O afterward</a:t>
                      </a:r>
                      <a:endParaRPr lang="en-US" sz="1200" kern="100">
                        <a:latin typeface="+mn-lt"/>
                        <a:ea typeface="Arial"/>
                        <a:cs typeface="Times New Roman"/>
                      </a:endParaRPr>
                    </a:p>
                    <a:p>
                      <a:pPr marL="0" marR="0" algn="just">
                        <a:lnSpc>
                          <a:spcPct val="125000"/>
                        </a:lnSpc>
                        <a:spcBef>
                          <a:spcPts val="0"/>
                        </a:spcBef>
                        <a:spcAft>
                          <a:spcPts val="0"/>
                        </a:spcAft>
                        <a:buFont typeface="Arial" pitchFamily="34" charset="0"/>
                        <a:buChar char="•"/>
                      </a:pPr>
                      <a:r>
                        <a:rPr lang="en-US" sz="1200" kern="100">
                          <a:latin typeface="+mn-lt"/>
                          <a:ea typeface="Arial"/>
                          <a:cs typeface="Times New Roman"/>
                        </a:rPr>
                        <a:t>Implemented in AP side only, but not in DSP.</a:t>
                      </a:r>
                      <a:endParaRPr lang="en-US" sz="1200" kern="100" dirty="0">
                        <a:latin typeface="+mn-lt"/>
                        <a:ea typeface="Arial"/>
                        <a:cs typeface="Times New Roman"/>
                      </a:endParaRPr>
                    </a:p>
                  </a:txBody>
                  <a:tcPr marL="73025" marR="73025" marT="36830" marB="36830" anchor="ctr"/>
                </a:tc>
                <a:extLst>
                  <a:ext uri="{0D108BD9-81ED-4DB2-BD59-A6C34878D82A}">
                    <a16:rowId xmlns:a16="http://schemas.microsoft.com/office/drawing/2014/main" val="10001"/>
                  </a:ext>
                </a:extLst>
              </a:tr>
              <a:tr h="0">
                <a:tc>
                  <a:txBody>
                    <a:bodyPr/>
                    <a:lstStyle/>
                    <a:p>
                      <a:pPr marL="0" marR="0" algn="just">
                        <a:lnSpc>
                          <a:spcPct val="125000"/>
                        </a:lnSpc>
                        <a:spcBef>
                          <a:spcPts val="0"/>
                        </a:spcBef>
                        <a:spcAft>
                          <a:spcPts val="0"/>
                        </a:spcAft>
                      </a:pPr>
                      <a:r>
                        <a:rPr lang="en-US" sz="1200" b="1" kern="100" dirty="0" err="1">
                          <a:solidFill>
                            <a:srgbClr val="FF0000"/>
                          </a:solidFill>
                        </a:rPr>
                        <a:t>arsi_query_param_buf_size_by_custom_info</a:t>
                      </a:r>
                      <a:endParaRPr lang="en-US" sz="1200" b="1" kern="100" dirty="0">
                        <a:solidFill>
                          <a:srgbClr val="FF0000"/>
                        </a:solidFill>
                        <a:latin typeface="Calibri"/>
                        <a:ea typeface="Arial"/>
                        <a:cs typeface="Times New Roman"/>
                      </a:endParaRPr>
                    </a:p>
                  </a:txBody>
                  <a:tcPr marL="73025" marR="73025" marT="36830" marB="36830" anchor="ctr"/>
                </a:tc>
                <a:tc>
                  <a:txBody>
                    <a:bodyPr/>
                    <a:lstStyle/>
                    <a:p>
                      <a:pPr marL="0" marR="0" algn="just">
                        <a:lnSpc>
                          <a:spcPct val="125000"/>
                        </a:lnSpc>
                        <a:spcBef>
                          <a:spcPts val="0"/>
                        </a:spcBef>
                        <a:spcAft>
                          <a:spcPts val="0"/>
                        </a:spcAft>
                        <a:buFont typeface="Arial" pitchFamily="34" charset="0"/>
                        <a:buChar char="•"/>
                      </a:pPr>
                      <a:r>
                        <a:rPr lang="en-US" sz="1200" kern="100"/>
                        <a:t>Query the buffer size to keep speech enhancement parameters</a:t>
                      </a:r>
                    </a:p>
                    <a:p>
                      <a:pPr marL="0" marR="0" algn="just">
                        <a:lnSpc>
                          <a:spcPct val="125000"/>
                        </a:lnSpc>
                        <a:spcBef>
                          <a:spcPts val="0"/>
                        </a:spcBef>
                        <a:spcAft>
                          <a:spcPts val="0"/>
                        </a:spcAft>
                        <a:buFont typeface="Arial" pitchFamily="34" charset="0"/>
                        <a:buChar char="•"/>
                      </a:pPr>
                      <a:r>
                        <a:rPr lang="en-US" sz="1200" kern="100"/>
                        <a:t>Implemented in AP side only</a:t>
                      </a:r>
                      <a:endParaRPr lang="en-US" sz="1200" kern="100" dirty="0">
                        <a:latin typeface="Calibri"/>
                        <a:ea typeface="Arial"/>
                        <a:cs typeface="Times New Roman"/>
                      </a:endParaRPr>
                    </a:p>
                  </a:txBody>
                  <a:tcPr marL="73025" marR="73025" marT="36830" marB="36830" anchor="ctr"/>
                </a:tc>
                <a:extLst>
                  <a:ext uri="{0D108BD9-81ED-4DB2-BD59-A6C34878D82A}">
                    <a16:rowId xmlns:a16="http://schemas.microsoft.com/office/drawing/2014/main" val="10002"/>
                  </a:ext>
                </a:extLst>
              </a:tr>
              <a:tr h="532904">
                <a:tc>
                  <a:txBody>
                    <a:bodyPr/>
                    <a:lstStyle/>
                    <a:p>
                      <a:pPr marL="0" marR="0" algn="l">
                        <a:lnSpc>
                          <a:spcPct val="125000"/>
                        </a:lnSpc>
                        <a:spcBef>
                          <a:spcPts val="0"/>
                        </a:spcBef>
                        <a:spcAft>
                          <a:spcPts val="0"/>
                        </a:spcAft>
                      </a:pPr>
                      <a:r>
                        <a:rPr lang="en-US" sz="1200" b="1" kern="100">
                          <a:solidFill>
                            <a:srgbClr val="FF0000"/>
                          </a:solidFill>
                        </a:rPr>
                        <a:t>arsi_parsing_param_file_by_custom_info</a:t>
                      </a:r>
                      <a:endParaRPr lang="en-US" sz="1200" b="1" kern="100" dirty="0">
                        <a:solidFill>
                          <a:srgbClr val="FF0000"/>
                        </a:solidFill>
                        <a:latin typeface="Calibri"/>
                        <a:ea typeface="Arial"/>
                        <a:cs typeface="Times New Roman"/>
                      </a:endParaRPr>
                    </a:p>
                  </a:txBody>
                  <a:tcPr marL="73025" marR="73025" marT="36830" marB="36830" anchor="ctr"/>
                </a:tc>
                <a:tc>
                  <a:txBody>
                    <a:bodyPr/>
                    <a:lstStyle/>
                    <a:p>
                      <a:pPr marL="0" marR="0" algn="just">
                        <a:lnSpc>
                          <a:spcPct val="125000"/>
                        </a:lnSpc>
                        <a:spcBef>
                          <a:spcPts val="0"/>
                        </a:spcBef>
                        <a:spcAft>
                          <a:spcPts val="0"/>
                        </a:spcAft>
                        <a:buFont typeface="Arial" pitchFamily="34" charset="0"/>
                        <a:buChar char="•"/>
                      </a:pPr>
                      <a:r>
                        <a:rPr lang="en-US" sz="1200" kern="100" dirty="0"/>
                        <a:t>Parsing param file to get parameters into </a:t>
                      </a:r>
                      <a:r>
                        <a:rPr lang="en-US" sz="1200" kern="100" dirty="0" err="1"/>
                        <a:t>p_param_buf</a:t>
                      </a:r>
                      <a:endParaRPr lang="en-US" sz="1200" kern="100" dirty="0"/>
                    </a:p>
                    <a:p>
                      <a:pPr marL="0" marR="0" algn="just">
                        <a:lnSpc>
                          <a:spcPct val="125000"/>
                        </a:lnSpc>
                        <a:spcBef>
                          <a:spcPts val="0"/>
                        </a:spcBef>
                        <a:spcAft>
                          <a:spcPts val="0"/>
                        </a:spcAft>
                        <a:buFont typeface="Arial" pitchFamily="34" charset="0"/>
                        <a:buChar char="•"/>
                      </a:pPr>
                      <a:r>
                        <a:rPr lang="en-US" sz="1200" kern="100" dirty="0"/>
                        <a:t>Implemented in AP side only</a:t>
                      </a:r>
                      <a:endParaRPr lang="en-US" sz="1200" kern="100" dirty="0">
                        <a:latin typeface="Calibri"/>
                        <a:ea typeface="Arial"/>
                        <a:cs typeface="Times New Roman"/>
                      </a:endParaRPr>
                    </a:p>
                  </a:txBody>
                  <a:tcPr marL="73025" marR="73025" marT="36830" marB="36830" anchor="ctr"/>
                </a:tc>
                <a:extLst>
                  <a:ext uri="{0D108BD9-81ED-4DB2-BD59-A6C34878D82A}">
                    <a16:rowId xmlns:a16="http://schemas.microsoft.com/office/drawing/2014/main" val="10003"/>
                  </a:ext>
                </a:extLst>
              </a:tr>
            </a:tbl>
          </a:graphicData>
        </a:graphic>
      </p:graphicFrame>
      <p:sp>
        <p:nvSpPr>
          <p:cNvPr id="3" name="投影片編號版面配置區 2"/>
          <p:cNvSpPr>
            <a:spLocks noGrp="1"/>
          </p:cNvSpPr>
          <p:nvPr>
            <p:ph type="sldNum" sz="quarter" idx="12"/>
          </p:nvPr>
        </p:nvSpPr>
        <p:spPr/>
        <p:txBody>
          <a:bodyPr/>
          <a:lstStyle/>
          <a:p>
            <a:fld id="{5157DEA8-FBF5-4ADB-B880-CDCFE3CE5324}" type="slidenum">
              <a:rPr lang="en-US" smtClean="0"/>
              <a:pPr/>
              <a:t>24</a:t>
            </a:fld>
            <a:endParaRPr lang="en-US"/>
          </a:p>
        </p:txBody>
      </p:sp>
    </p:spTree>
  </p:cSld>
  <p:clrMapOvr>
    <a:masterClrMapping/>
  </p:clrMapOvr>
</p:sld>
</file>

<file path=ppt/theme/theme1.xml><?xml version="1.0" encoding="utf-8"?>
<a:theme xmlns:a="http://schemas.openxmlformats.org/drawingml/2006/main" name="MediaTek">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Custom Design">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MediaTek-Confidential_B">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1_Custom Design">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1_MediaTek">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2_Custom Design">
  <a:themeElements>
    <a:clrScheme name="MediaTek Color Palette">
      <a:dk1>
        <a:srgbClr val="353630"/>
      </a:dk1>
      <a:lt1>
        <a:sysClr val="window" lastClr="FFFFFF"/>
      </a:lt1>
      <a:dk2>
        <a:srgbClr val="999A94"/>
      </a:dk2>
      <a:lt2>
        <a:srgbClr val="F0F0F0"/>
      </a:lt2>
      <a:accent1>
        <a:srgbClr val="F3821E"/>
      </a:accent1>
      <a:accent2>
        <a:srgbClr val="00A1DE"/>
      </a:accent2>
      <a:accent3>
        <a:srgbClr val="69BE28"/>
      </a:accent3>
      <a:accent4>
        <a:srgbClr val="D71F85"/>
      </a:accent4>
      <a:accent5>
        <a:srgbClr val="FED100"/>
      </a:accent5>
      <a:accent6>
        <a:srgbClr val="98DBFF"/>
      </a:accent6>
      <a:hlink>
        <a:srgbClr val="000000"/>
      </a:hlink>
      <a:folHlink>
        <a:srgbClr val="5A5A5A"/>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7.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IconOverlay xmlns="http://schemas.microsoft.com/sharepoint/v4" xsi:nil="true"/>
    <Sensitivity xmlns="7a58c3ed-4a22-4d08-9ddf-2c2b66cc6605">Confidential A/No Encryption</Sensitivity>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C2A53B7DB280546A20112FD2EF61E0F" ma:contentTypeVersion="8" ma:contentTypeDescription="Create a new document." ma:contentTypeScope="" ma:versionID="93dbae95c85826a351b64e5a9c00c7f1">
  <xsd:schema xmlns:xsd="http://www.w3.org/2001/XMLSchema" xmlns:xs="http://www.w3.org/2001/XMLSchema" xmlns:p="http://schemas.microsoft.com/office/2006/metadata/properties" xmlns:ns2="http://schemas.microsoft.com/sharepoint/v4" xmlns:ns3="8b8cf6ce-236f-4713-896e-b4ec346257bb" xmlns:ns4="58b0650e-828d-46c1-af00-111984e5092a" xmlns:ns5="7a58c3ed-4a22-4d08-9ddf-2c2b66cc6605" targetNamespace="http://schemas.microsoft.com/office/2006/metadata/properties" ma:root="true" ma:fieldsID="f8eeb43b36309ba801eb86731cfe2d05" ns2:_="" ns3:_="" ns4:_="" ns5:_="">
    <xsd:import namespace="http://schemas.microsoft.com/sharepoint/v4"/>
    <xsd:import namespace="8b8cf6ce-236f-4713-896e-b4ec346257bb"/>
    <xsd:import namespace="58b0650e-828d-46c1-af00-111984e5092a"/>
    <xsd:import namespace="7a58c3ed-4a22-4d08-9ddf-2c2b66cc6605"/>
    <xsd:element name="properties">
      <xsd:complexType>
        <xsd:sequence>
          <xsd:element name="documentManagement">
            <xsd:complexType>
              <xsd:all>
                <xsd:element ref="ns2:IconOverlay" minOccurs="0"/>
                <xsd:element ref="ns3:SharedWithUsers" minOccurs="0"/>
                <xsd:element ref="ns4:SharedWithDetails" minOccurs="0"/>
                <xsd:element ref="ns5:Sensitivity"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4" elementFormDefault="qualified">
    <xsd:import namespace="http://schemas.microsoft.com/office/2006/documentManagement/types"/>
    <xsd:import namespace="http://schemas.microsoft.com/office/infopath/2007/PartnerControls"/>
    <xsd:element name="IconOverlay" ma:index="8" nillable="true" ma:displayName="IconOverlay" ma:hidden="true" ma:internalName="IconOverlay">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8b8cf6ce-236f-4713-896e-b4ec346257bb" elementFormDefault="qualified">
    <xsd:import namespace="http://schemas.microsoft.com/office/2006/documentManagement/types"/>
    <xsd:import namespace="http://schemas.microsoft.com/office/infopath/2007/PartnerControls"/>
    <xsd:element name="SharedWithUsers" ma:index="9"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58b0650e-828d-46c1-af00-111984e5092a" elementFormDefault="qualified">
    <xsd:import namespace="http://schemas.microsoft.com/office/2006/documentManagement/types"/>
    <xsd:import namespace="http://schemas.microsoft.com/office/infopath/2007/PartnerControls"/>
    <xsd:element name="SharedWithDetails" ma:index="10"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a58c3ed-4a22-4d08-9ddf-2c2b66cc6605" elementFormDefault="qualified">
    <xsd:import namespace="http://schemas.microsoft.com/office/2006/documentManagement/types"/>
    <xsd:import namespace="http://schemas.microsoft.com/office/infopath/2007/PartnerControls"/>
    <xsd:element name="Sensitivity" ma:index="11" nillable="true" ma:displayName="Sensitivity" ma:internalName="Sensitivity">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9CF2D68-D130-4FA7-BFEF-718EF78C943B}">
  <ds:schemaRefs>
    <ds:schemaRef ds:uri="http://schemas.microsoft.com/sharepoint/v4"/>
    <ds:schemaRef ds:uri="http://schemas.openxmlformats.org/package/2006/metadata/core-properties"/>
    <ds:schemaRef ds:uri="http://schemas.microsoft.com/office/2006/metadata/properties"/>
    <ds:schemaRef ds:uri="8b8cf6ce-236f-4713-896e-b4ec346257bb"/>
    <ds:schemaRef ds:uri="http://schemas.microsoft.com/office/2006/documentManagement/types"/>
    <ds:schemaRef ds:uri="http://purl.org/dc/elements/1.1/"/>
    <ds:schemaRef ds:uri="58b0650e-828d-46c1-af00-111984e5092a"/>
    <ds:schemaRef ds:uri="http://purl.org/dc/dcmitype/"/>
    <ds:schemaRef ds:uri="http://schemas.microsoft.com/office/infopath/2007/PartnerControls"/>
    <ds:schemaRef ds:uri="http://www.w3.org/XML/1998/namespace"/>
    <ds:schemaRef ds:uri="http://purl.org/dc/terms/"/>
  </ds:schemaRefs>
</ds:datastoreItem>
</file>

<file path=customXml/itemProps2.xml><?xml version="1.0" encoding="utf-8"?>
<ds:datastoreItem xmlns:ds="http://schemas.openxmlformats.org/officeDocument/2006/customXml" ds:itemID="{8021C31F-92F6-412E-8818-BCE76AE2F323}"/>
</file>

<file path=customXml/itemProps3.xml><?xml version="1.0" encoding="utf-8"?>
<ds:datastoreItem xmlns:ds="http://schemas.openxmlformats.org/officeDocument/2006/customXml" ds:itemID="{61187823-CEFA-4838-B4D3-3A592CC514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MediaTek-Confidential_A</Template>
  <TotalTime>20193</TotalTime>
  <Words>2290</Words>
  <Application>Microsoft Office PowerPoint</Application>
  <PresentationFormat>如螢幕大小 (4:3)</PresentationFormat>
  <Paragraphs>332</Paragraphs>
  <Slides>24</Slides>
  <Notes>11</Notes>
  <HiddenSlides>0</HiddenSlides>
  <MMClips>0</MMClips>
  <ScaleCrop>false</ScaleCrop>
  <HeadingPairs>
    <vt:vector size="6" baseType="variant">
      <vt:variant>
        <vt:lpstr>使用字型</vt:lpstr>
      </vt:variant>
      <vt:variant>
        <vt:i4>4</vt:i4>
      </vt:variant>
      <vt:variant>
        <vt:lpstr>佈景主題</vt:lpstr>
      </vt:variant>
      <vt:variant>
        <vt:i4>6</vt:i4>
      </vt:variant>
      <vt:variant>
        <vt:lpstr>投影片標題</vt:lpstr>
      </vt:variant>
      <vt:variant>
        <vt:i4>24</vt:i4>
      </vt:variant>
    </vt:vector>
  </HeadingPairs>
  <TitlesOfParts>
    <vt:vector size="34" baseType="lpstr">
      <vt:lpstr>ui-sans-serif</vt:lpstr>
      <vt:lpstr>Arial</vt:lpstr>
      <vt:lpstr>Calibri</vt:lpstr>
      <vt:lpstr>Wingdings</vt:lpstr>
      <vt:lpstr>MediaTek</vt:lpstr>
      <vt:lpstr>Custom Design</vt:lpstr>
      <vt:lpstr>MediaTek-Confidential_B</vt:lpstr>
      <vt:lpstr>1_Custom Design</vt:lpstr>
      <vt:lpstr>1_MediaTek</vt:lpstr>
      <vt:lpstr>2_Custom Design</vt:lpstr>
      <vt:lpstr>Aurisys Introduction</vt:lpstr>
      <vt:lpstr>Agenda</vt:lpstr>
      <vt:lpstr>Introduction</vt:lpstr>
      <vt:lpstr>Aurisys Framework &amp; ARSI</vt:lpstr>
      <vt:lpstr>System Level Aurisys Structure</vt:lpstr>
      <vt:lpstr>Tuning Architecture</vt:lpstr>
      <vt:lpstr>Debugging Interface</vt:lpstr>
      <vt:lpstr>Lib Verifier</vt:lpstr>
      <vt:lpstr>Q&amp;A</vt:lpstr>
      <vt:lpstr>Android HAL Block Diagram (Record)</vt:lpstr>
      <vt:lpstr>aurisys_config.xml</vt:lpstr>
      <vt:lpstr>aurisys_config.xml</vt:lpstr>
      <vt:lpstr>Debug ADB CMDs</vt:lpstr>
      <vt:lpstr>Get ADB result from console</vt:lpstr>
      <vt:lpstr>Aurisys Control Flow</vt:lpstr>
      <vt:lpstr>Aurisys Control Flow on AP</vt:lpstr>
      <vt:lpstr>Aurisys Control Flow on DSP</vt:lpstr>
      <vt:lpstr> requirements for Aurisys initialization.</vt:lpstr>
      <vt:lpstr>VoIP VS Phone Call Control Flow</vt:lpstr>
      <vt:lpstr>Voice Recognition + AEC Support</vt:lpstr>
      <vt:lpstr>enhancement_feature_mask</vt:lpstr>
      <vt:lpstr>Aurisys API list</vt:lpstr>
      <vt:lpstr>ARSI-PROC APIs</vt:lpstr>
      <vt:lpstr>ARSI-PAR APIs</vt:lpstr>
    </vt:vector>
  </TitlesOfParts>
  <Company>MediaTek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Aurisys For 3rd Party</dc:title>
  <dc:creator>mtk07290</dc:creator>
  <cp:lastModifiedBy>Jyunyan Tsai (蔡俊彥)</cp:lastModifiedBy>
  <cp:revision>349</cp:revision>
  <dcterms:created xsi:type="dcterms:W3CDTF">2018-04-23T06:33:39Z</dcterms:created>
  <dcterms:modified xsi:type="dcterms:W3CDTF">2024-03-13T08:27:10Z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0x010100FC2A53B7DB280546A20112FD2EF61E0F</vt:lpwstr>
  </property>
  <property fmtid="{D5CDD505-2E9C-101B-9397-08002B2CF9AE}" pid="3" name="MSIP_Label_3daa9350-fa36-410e-89fd-9e4e905c4086_Enabled">
    <vt:lpwstr>true</vt:lpwstr>
  </property>
  <property fmtid="{D5CDD505-2E9C-101B-9397-08002B2CF9AE}" pid="4" name="MSIP_Label_3daa9350-fa36-410e-89fd-9e4e905c4086_SetDate">
    <vt:lpwstr>2024-03-13T08:27:10Z</vt:lpwstr>
  </property>
  <property fmtid="{D5CDD505-2E9C-101B-9397-08002B2CF9AE}" pid="5" name="MSIP_Label_3daa9350-fa36-410e-89fd-9e4e905c4086_Method">
    <vt:lpwstr>Privileged</vt:lpwstr>
  </property>
  <property fmtid="{D5CDD505-2E9C-101B-9397-08002B2CF9AE}" pid="6" name="MSIP_Label_3daa9350-fa36-410e-89fd-9e4e905c4086_Name">
    <vt:lpwstr>MTK_Confidential_A_Normal</vt:lpwstr>
  </property>
  <property fmtid="{D5CDD505-2E9C-101B-9397-08002B2CF9AE}" pid="7" name="MSIP_Label_3daa9350-fa36-410e-89fd-9e4e905c4086_SiteId">
    <vt:lpwstr>a7687ede-7a6b-4ef6-bace-642f677fbe31</vt:lpwstr>
  </property>
  <property fmtid="{D5CDD505-2E9C-101B-9397-08002B2CF9AE}" pid="8" name="MSIP_Label_3daa9350-fa36-410e-89fd-9e4e905c4086_ActionId">
    <vt:lpwstr>e21de332-1db1-4f35-b823-e23ec5285de6</vt:lpwstr>
  </property>
  <property fmtid="{D5CDD505-2E9C-101B-9397-08002B2CF9AE}" pid="9" name="MSIP_Label_3daa9350-fa36-410e-89fd-9e4e905c4086_ContentBits">
    <vt:lpwstr>1</vt:lpwstr>
  </property>
</Properties>
</file>